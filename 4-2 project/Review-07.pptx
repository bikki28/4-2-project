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57" r:id="rId4"/>
    <p:sldId id="258" r:id="rId5"/>
    <p:sldId id="259" r:id="rId6"/>
    <p:sldId id="260" r:id="rId7"/>
    <p:sldId id="264" r:id="rId8"/>
    <p:sldId id="266" r:id="rId9"/>
    <p:sldId id="267" r:id="rId10"/>
    <p:sldId id="261"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A8FC4-1C12-4173-A06B-3F67751495C6}" v="98" dt="2026-04-06T10:37:52.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0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 bikki" userId="74c8e181aac439b3" providerId="LiveId" clId="{843138A2-289F-49A6-B35F-2E6264473CCF}"/>
    <pc:docChg chg="undo custSel addSld modSld">
      <pc:chgData name="vishnu bikki" userId="74c8e181aac439b3" providerId="LiveId" clId="{843138A2-289F-49A6-B35F-2E6264473CCF}" dt="2026-04-06T10:39:17.482" v="204" actId="1076"/>
      <pc:docMkLst>
        <pc:docMk/>
      </pc:docMkLst>
      <pc:sldChg chg="modSp mod setBg">
        <pc:chgData name="vishnu bikki" userId="74c8e181aac439b3" providerId="LiveId" clId="{843138A2-289F-49A6-B35F-2E6264473CCF}" dt="2026-04-06T08:22:57.909" v="15" actId="2711"/>
        <pc:sldMkLst>
          <pc:docMk/>
          <pc:sldMk cId="2447833303" sldId="256"/>
        </pc:sldMkLst>
        <pc:spChg chg="mod">
          <ac:chgData name="vishnu bikki" userId="74c8e181aac439b3" providerId="LiveId" clId="{843138A2-289F-49A6-B35F-2E6264473CCF}" dt="2026-04-06T08:22:32.258" v="7" actId="2711"/>
          <ac:spMkLst>
            <pc:docMk/>
            <pc:sldMk cId="2447833303" sldId="256"/>
            <ac:spMk id="4" creationId="{02E42F9D-8B39-6C6A-2DAA-4A4CB0B6EED4}"/>
          </ac:spMkLst>
        </pc:spChg>
        <pc:spChg chg="mod">
          <ac:chgData name="vishnu bikki" userId="74c8e181aac439b3" providerId="LiveId" clId="{843138A2-289F-49A6-B35F-2E6264473CCF}" dt="2026-04-06T08:22:57.909" v="15" actId="2711"/>
          <ac:spMkLst>
            <pc:docMk/>
            <pc:sldMk cId="2447833303" sldId="256"/>
            <ac:spMk id="5" creationId="{85D4D6E6-93BA-989B-BB0D-462B22A4133D}"/>
          </ac:spMkLst>
        </pc:spChg>
      </pc:sldChg>
      <pc:sldChg chg="addSp delSp modSp mod setBg chgLayout">
        <pc:chgData name="vishnu bikki" userId="74c8e181aac439b3" providerId="LiveId" clId="{843138A2-289F-49A6-B35F-2E6264473CCF}" dt="2026-04-06T09:29:19.175" v="61" actId="20577"/>
        <pc:sldMkLst>
          <pc:docMk/>
          <pc:sldMk cId="169788500" sldId="257"/>
        </pc:sldMkLst>
        <pc:spChg chg="add del mod ord">
          <ac:chgData name="vishnu bikki" userId="74c8e181aac439b3" providerId="LiveId" clId="{843138A2-289F-49A6-B35F-2E6264473CCF}" dt="2026-04-06T08:23:08.825" v="17" actId="6264"/>
          <ac:spMkLst>
            <pc:docMk/>
            <pc:sldMk cId="169788500" sldId="257"/>
            <ac:spMk id="2" creationId="{F1712262-FB1A-4484-729A-5C2EECC750CE}"/>
          </ac:spMkLst>
        </pc:spChg>
        <pc:spChg chg="add del mod ord">
          <ac:chgData name="vishnu bikki" userId="74c8e181aac439b3" providerId="LiveId" clId="{843138A2-289F-49A6-B35F-2E6264473CCF}" dt="2026-04-06T08:23:08.825" v="17" actId="6264"/>
          <ac:spMkLst>
            <pc:docMk/>
            <pc:sldMk cId="169788500" sldId="257"/>
            <ac:spMk id="3" creationId="{5232BE53-F0DF-DC3F-C49E-8231D18868EC}"/>
          </ac:spMkLst>
        </pc:spChg>
        <pc:spChg chg="mod">
          <ac:chgData name="vishnu bikki" userId="74c8e181aac439b3" providerId="LiveId" clId="{843138A2-289F-49A6-B35F-2E6264473CCF}" dt="2026-04-06T09:29:19.175" v="61" actId="20577"/>
          <ac:spMkLst>
            <pc:docMk/>
            <pc:sldMk cId="169788500" sldId="257"/>
            <ac:spMk id="5" creationId="{DA97ACD9-778D-4E4B-C4B7-CED3DD21B65F}"/>
          </ac:spMkLst>
        </pc:spChg>
      </pc:sldChg>
      <pc:sldChg chg="addSp delSp modSp mod setBg">
        <pc:chgData name="vishnu bikki" userId="74c8e181aac439b3" providerId="LiveId" clId="{843138A2-289F-49A6-B35F-2E6264473CCF}" dt="2026-04-06T09:28:17.349" v="56"/>
        <pc:sldMkLst>
          <pc:docMk/>
          <pc:sldMk cId="2713050287" sldId="258"/>
        </pc:sldMkLst>
        <pc:spChg chg="mod">
          <ac:chgData name="vishnu bikki" userId="74c8e181aac439b3" providerId="LiveId" clId="{843138A2-289F-49A6-B35F-2E6264473CCF}" dt="2026-04-06T08:23:42.494" v="20" actId="1076"/>
          <ac:spMkLst>
            <pc:docMk/>
            <pc:sldMk cId="2713050287" sldId="258"/>
            <ac:spMk id="2" creationId="{68B2C30D-8408-EB95-4BF7-4D7F69B6BA7D}"/>
          </ac:spMkLst>
        </pc:spChg>
        <pc:spChg chg="del mod">
          <ac:chgData name="vishnu bikki" userId="74c8e181aac439b3" providerId="LiveId" clId="{843138A2-289F-49A6-B35F-2E6264473CCF}" dt="2026-04-06T08:35:02.370" v="23"/>
          <ac:spMkLst>
            <pc:docMk/>
            <pc:sldMk cId="2713050287" sldId="258"/>
            <ac:spMk id="3" creationId="{8DC8AF0D-0BFC-13C7-FD41-6A9DF6EFF2D6}"/>
          </ac:spMkLst>
        </pc:spChg>
        <pc:spChg chg="add mod">
          <ac:chgData name="vishnu bikki" userId="74c8e181aac439b3" providerId="LiveId" clId="{843138A2-289F-49A6-B35F-2E6264473CCF}" dt="2026-04-06T09:27:57.420" v="53" actId="20577"/>
          <ac:spMkLst>
            <pc:docMk/>
            <pc:sldMk cId="2713050287" sldId="258"/>
            <ac:spMk id="12" creationId="{9AAEF9E2-921B-26AC-F547-535E3BE2163D}"/>
          </ac:spMkLst>
        </pc:spChg>
        <pc:spChg chg="add">
          <ac:chgData name="vishnu bikki" userId="74c8e181aac439b3" providerId="LiveId" clId="{843138A2-289F-49A6-B35F-2E6264473CCF}" dt="2026-04-06T09:27:02.585" v="45"/>
          <ac:spMkLst>
            <pc:docMk/>
            <pc:sldMk cId="2713050287" sldId="258"/>
            <ac:spMk id="13" creationId="{8F637255-6E70-6334-669D-FD2C46D5764B}"/>
          </ac:spMkLst>
        </pc:spChg>
        <pc:spChg chg="add">
          <ac:chgData name="vishnu bikki" userId="74c8e181aac439b3" providerId="LiveId" clId="{843138A2-289F-49A6-B35F-2E6264473CCF}" dt="2026-04-06T09:27:10.962" v="46"/>
          <ac:spMkLst>
            <pc:docMk/>
            <pc:sldMk cId="2713050287" sldId="258"/>
            <ac:spMk id="14" creationId="{AD91429E-0E92-039A-26FB-F4A704FF4F06}"/>
          </ac:spMkLst>
        </pc:spChg>
        <pc:spChg chg="add del mod">
          <ac:chgData name="vishnu bikki" userId="74c8e181aac439b3" providerId="LiveId" clId="{843138A2-289F-49A6-B35F-2E6264473CCF}" dt="2026-04-06T09:28:17.349" v="56"/>
          <ac:spMkLst>
            <pc:docMk/>
            <pc:sldMk cId="2713050287" sldId="258"/>
            <ac:spMk id="15" creationId="{831EE45D-4E68-42A4-89FA-B5E98E2C2B6E}"/>
          </ac:spMkLst>
        </pc:spChg>
        <pc:picChg chg="add del mod">
          <ac:chgData name="vishnu bikki" userId="74c8e181aac439b3" providerId="LiveId" clId="{843138A2-289F-49A6-B35F-2E6264473CCF}" dt="2026-04-06T08:35:28.349" v="25" actId="931"/>
          <ac:picMkLst>
            <pc:docMk/>
            <pc:sldMk cId="2713050287" sldId="258"/>
            <ac:picMk id="5" creationId="{4557F5A5-9780-D691-EC56-75E412144C5B}"/>
          </ac:picMkLst>
        </pc:picChg>
        <pc:picChg chg="add del mod">
          <ac:chgData name="vishnu bikki" userId="74c8e181aac439b3" providerId="LiveId" clId="{843138A2-289F-49A6-B35F-2E6264473CCF}" dt="2026-04-06T08:35:28.349" v="25" actId="931"/>
          <ac:picMkLst>
            <pc:docMk/>
            <pc:sldMk cId="2713050287" sldId="258"/>
            <ac:picMk id="7" creationId="{96197954-C529-9533-902D-9FB2A796C52E}"/>
          </ac:picMkLst>
        </pc:picChg>
        <pc:picChg chg="add mod">
          <ac:chgData name="vishnu bikki" userId="74c8e181aac439b3" providerId="LiveId" clId="{843138A2-289F-49A6-B35F-2E6264473CCF}" dt="2026-04-06T08:36:46.013" v="40" actId="1076"/>
          <ac:picMkLst>
            <pc:docMk/>
            <pc:sldMk cId="2713050287" sldId="258"/>
            <ac:picMk id="9" creationId="{C7CBF2B6-7130-56E0-DD98-51534870C068}"/>
          </ac:picMkLst>
        </pc:picChg>
        <pc:picChg chg="add mod">
          <ac:chgData name="vishnu bikki" userId="74c8e181aac439b3" providerId="LiveId" clId="{843138A2-289F-49A6-B35F-2E6264473CCF}" dt="2026-04-06T08:36:47.364" v="41" actId="1076"/>
          <ac:picMkLst>
            <pc:docMk/>
            <pc:sldMk cId="2713050287" sldId="258"/>
            <ac:picMk id="11" creationId="{64A47093-0854-ED9C-5405-1688CA0CD282}"/>
          </ac:picMkLst>
        </pc:picChg>
      </pc:sldChg>
      <pc:sldChg chg="addSp modSp mod setBg">
        <pc:chgData name="vishnu bikki" userId="74c8e181aac439b3" providerId="LiveId" clId="{843138A2-289F-49A6-B35F-2E6264473CCF}" dt="2026-04-06T09:55:09.686" v="102" actId="1076"/>
        <pc:sldMkLst>
          <pc:docMk/>
          <pc:sldMk cId="3423181816" sldId="259"/>
        </pc:sldMkLst>
        <pc:spChg chg="mod">
          <ac:chgData name="vishnu bikki" userId="74c8e181aac439b3" providerId="LiveId" clId="{843138A2-289F-49A6-B35F-2E6264473CCF}" dt="2026-04-06T09:53:15.479" v="92" actId="1076"/>
          <ac:spMkLst>
            <pc:docMk/>
            <pc:sldMk cId="3423181816" sldId="259"/>
            <ac:spMk id="2" creationId="{BEBF19CA-A13B-1035-BAC9-117A685A77A1}"/>
          </ac:spMkLst>
        </pc:spChg>
        <pc:spChg chg="mod">
          <ac:chgData name="vishnu bikki" userId="74c8e181aac439b3" providerId="LiveId" clId="{843138A2-289F-49A6-B35F-2E6264473CCF}" dt="2026-04-06T09:53:07.585" v="91" actId="1076"/>
          <ac:spMkLst>
            <pc:docMk/>
            <pc:sldMk cId="3423181816" sldId="259"/>
            <ac:spMk id="3" creationId="{A6BB7E85-54BC-B612-6E17-794627953CAD}"/>
          </ac:spMkLst>
        </pc:spChg>
        <pc:spChg chg="add mod">
          <ac:chgData name="vishnu bikki" userId="74c8e181aac439b3" providerId="LiveId" clId="{843138A2-289F-49A6-B35F-2E6264473CCF}" dt="2026-04-06T09:53:29.133" v="93" actId="767"/>
          <ac:spMkLst>
            <pc:docMk/>
            <pc:sldMk cId="3423181816" sldId="259"/>
            <ac:spMk id="4" creationId="{8F7F83A5-C1E3-C54E-1AE7-A360812CB4EB}"/>
          </ac:spMkLst>
        </pc:spChg>
        <pc:spChg chg="add mod">
          <ac:chgData name="vishnu bikki" userId="74c8e181aac439b3" providerId="LiveId" clId="{843138A2-289F-49A6-B35F-2E6264473CCF}" dt="2026-04-06T09:53:50.126" v="96"/>
          <ac:spMkLst>
            <pc:docMk/>
            <pc:sldMk cId="3423181816" sldId="259"/>
            <ac:spMk id="5" creationId="{67AA472F-08D2-E9F9-4A0F-C5B6DE4F0FF9}"/>
          </ac:spMkLst>
        </pc:spChg>
        <pc:spChg chg="add mod">
          <ac:chgData name="vishnu bikki" userId="74c8e181aac439b3" providerId="LiveId" clId="{843138A2-289F-49A6-B35F-2E6264473CCF}" dt="2026-04-06T09:54:02.871" v="97" actId="767"/>
          <ac:spMkLst>
            <pc:docMk/>
            <pc:sldMk cId="3423181816" sldId="259"/>
            <ac:spMk id="6" creationId="{A2268AA4-2E14-2D58-3313-3D78415CE85A}"/>
          </ac:spMkLst>
        </pc:spChg>
        <pc:spChg chg="add mod">
          <ac:chgData name="vishnu bikki" userId="74c8e181aac439b3" providerId="LiveId" clId="{843138A2-289F-49A6-B35F-2E6264473CCF}" dt="2026-04-06T09:54:12.983" v="98" actId="767"/>
          <ac:spMkLst>
            <pc:docMk/>
            <pc:sldMk cId="3423181816" sldId="259"/>
            <ac:spMk id="7" creationId="{7C56037C-7C13-4BC7-8AC8-9E7C6D1EA709}"/>
          </ac:spMkLst>
        </pc:spChg>
        <pc:spChg chg="add mod">
          <ac:chgData name="vishnu bikki" userId="74c8e181aac439b3" providerId="LiveId" clId="{843138A2-289F-49A6-B35F-2E6264473CCF}" dt="2026-04-06T09:54:38.126" v="99" actId="767"/>
          <ac:spMkLst>
            <pc:docMk/>
            <pc:sldMk cId="3423181816" sldId="259"/>
            <ac:spMk id="8" creationId="{26F60AEF-A089-561D-060B-9D7F84CD34D1}"/>
          </ac:spMkLst>
        </pc:spChg>
        <pc:spChg chg="add mod">
          <ac:chgData name="vishnu bikki" userId="74c8e181aac439b3" providerId="LiveId" clId="{843138A2-289F-49A6-B35F-2E6264473CCF}" dt="2026-04-06T09:55:09.686" v="102" actId="1076"/>
          <ac:spMkLst>
            <pc:docMk/>
            <pc:sldMk cId="3423181816" sldId="259"/>
            <ac:spMk id="9" creationId="{4573187B-AA33-B097-E903-A44BA35F71C1}"/>
          </ac:spMkLst>
        </pc:spChg>
      </pc:sldChg>
      <pc:sldChg chg="addSp modSp mod setBg">
        <pc:chgData name="vishnu bikki" userId="74c8e181aac439b3" providerId="LiveId" clId="{843138A2-289F-49A6-B35F-2E6264473CCF}" dt="2026-04-06T10:00:31.148" v="115"/>
        <pc:sldMkLst>
          <pc:docMk/>
          <pc:sldMk cId="3429221134" sldId="260"/>
        </pc:sldMkLst>
        <pc:spChg chg="mod">
          <ac:chgData name="vishnu bikki" userId="74c8e181aac439b3" providerId="LiveId" clId="{843138A2-289F-49A6-B35F-2E6264473CCF}" dt="2026-04-06T09:57:39.983" v="109" actId="1076"/>
          <ac:spMkLst>
            <pc:docMk/>
            <pc:sldMk cId="3429221134" sldId="260"/>
            <ac:spMk id="2" creationId="{EDF75002-1152-E660-C08A-BBC6D93D1807}"/>
          </ac:spMkLst>
        </pc:spChg>
        <pc:spChg chg="mod">
          <ac:chgData name="vishnu bikki" userId="74c8e181aac439b3" providerId="LiveId" clId="{843138A2-289F-49A6-B35F-2E6264473CCF}" dt="2026-04-06T09:57:50.659" v="110" actId="20577"/>
          <ac:spMkLst>
            <pc:docMk/>
            <pc:sldMk cId="3429221134" sldId="260"/>
            <ac:spMk id="3" creationId="{D3BA386E-D2AA-0784-C157-524C52BE6A1F}"/>
          </ac:spMkLst>
        </pc:spChg>
        <pc:spChg chg="add mod">
          <ac:chgData name="vishnu bikki" userId="74c8e181aac439b3" providerId="LiveId" clId="{843138A2-289F-49A6-B35F-2E6264473CCF}" dt="2026-04-06T10:00:31.148" v="115"/>
          <ac:spMkLst>
            <pc:docMk/>
            <pc:sldMk cId="3429221134" sldId="260"/>
            <ac:spMk id="4" creationId="{FEAD10FB-A889-1A37-9E06-FD2173C2C4A4}"/>
          </ac:spMkLst>
        </pc:spChg>
      </pc:sldChg>
      <pc:sldChg chg="setBg">
        <pc:chgData name="vishnu bikki" userId="74c8e181aac439b3" providerId="LiveId" clId="{843138A2-289F-49A6-B35F-2E6264473CCF}" dt="2026-04-06T09:33:58.545" v="63"/>
        <pc:sldMkLst>
          <pc:docMk/>
          <pc:sldMk cId="3055221727" sldId="261"/>
        </pc:sldMkLst>
      </pc:sldChg>
      <pc:sldChg chg="addSp delSp modSp mod setBg">
        <pc:chgData name="vishnu bikki" userId="74c8e181aac439b3" providerId="LiveId" clId="{843138A2-289F-49A6-B35F-2E6264473CCF}" dt="2026-04-06T10:39:17.482" v="204" actId="1076"/>
        <pc:sldMkLst>
          <pc:docMk/>
          <pc:sldMk cId="1798928281" sldId="262"/>
        </pc:sldMkLst>
        <pc:spChg chg="del">
          <ac:chgData name="vishnu bikki" userId="74c8e181aac439b3" providerId="LiveId" clId="{843138A2-289F-49A6-B35F-2E6264473CCF}" dt="2026-04-06T10:37:29.558" v="187" actId="478"/>
          <ac:spMkLst>
            <pc:docMk/>
            <pc:sldMk cId="1798928281" sldId="262"/>
            <ac:spMk id="2" creationId="{57D794A2-4E69-A8F3-62CD-679C66C70B6D}"/>
          </ac:spMkLst>
        </pc:spChg>
        <pc:spChg chg="add del mod">
          <ac:chgData name="vishnu bikki" userId="74c8e181aac439b3" providerId="LiveId" clId="{843138A2-289F-49A6-B35F-2E6264473CCF}" dt="2026-04-06T10:37:46.879" v="191" actId="1076"/>
          <ac:spMkLst>
            <pc:docMk/>
            <pc:sldMk cId="1798928281" sldId="262"/>
            <ac:spMk id="3" creationId="{20A476E1-F1C2-68B5-8FAB-A3419C50D5DE}"/>
          </ac:spMkLst>
        </pc:spChg>
        <pc:picChg chg="add mod">
          <ac:chgData name="vishnu bikki" userId="74c8e181aac439b3" providerId="LiveId" clId="{843138A2-289F-49A6-B35F-2E6264473CCF}" dt="2026-04-06T10:39:17.482" v="204" actId="1076"/>
          <ac:picMkLst>
            <pc:docMk/>
            <pc:sldMk cId="1798928281" sldId="262"/>
            <ac:picMk id="5" creationId="{F10206D6-BEF5-D208-18DD-8F64F59F7084}"/>
          </ac:picMkLst>
        </pc:picChg>
        <pc:picChg chg="add del mod">
          <ac:chgData name="vishnu bikki" userId="74c8e181aac439b3" providerId="LiveId" clId="{843138A2-289F-49A6-B35F-2E6264473CCF}" dt="2026-04-06T10:38:49.581" v="201" actId="931"/>
          <ac:picMkLst>
            <pc:docMk/>
            <pc:sldMk cId="1798928281" sldId="262"/>
            <ac:picMk id="7" creationId="{E433D3C4-D52B-3A57-1C2D-83D0B9C1EEF5}"/>
          </ac:picMkLst>
        </pc:picChg>
        <pc:picChg chg="add del mod">
          <ac:chgData name="vishnu bikki" userId="74c8e181aac439b3" providerId="LiveId" clId="{843138A2-289F-49A6-B35F-2E6264473CCF}" dt="2026-04-06T10:39:14.537" v="203" actId="931"/>
          <ac:picMkLst>
            <pc:docMk/>
            <pc:sldMk cId="1798928281" sldId="262"/>
            <ac:picMk id="9" creationId="{84DA309F-923E-6178-E847-43496A726B0B}"/>
          </ac:picMkLst>
        </pc:picChg>
      </pc:sldChg>
      <pc:sldChg chg="addSp delSp modSp new mod setBg">
        <pc:chgData name="vishnu bikki" userId="74c8e181aac439b3" providerId="LiveId" clId="{843138A2-289F-49A6-B35F-2E6264473CCF}" dt="2026-04-06T10:06:57.164" v="141" actId="255"/>
        <pc:sldMkLst>
          <pc:docMk/>
          <pc:sldMk cId="2821140278" sldId="264"/>
        </pc:sldMkLst>
        <pc:spChg chg="add mod">
          <ac:chgData name="vishnu bikki" userId="74c8e181aac439b3" providerId="LiveId" clId="{843138A2-289F-49A6-B35F-2E6264473CCF}" dt="2026-04-06T10:04:23.844" v="128" actId="1076"/>
          <ac:spMkLst>
            <pc:docMk/>
            <pc:sldMk cId="2821140278" sldId="264"/>
            <ac:spMk id="2" creationId="{600898B6-08E6-E08E-982B-B8895CFFB18F}"/>
          </ac:spMkLst>
        </pc:spChg>
        <pc:spChg chg="add">
          <ac:chgData name="vishnu bikki" userId="74c8e181aac439b3" providerId="LiveId" clId="{843138A2-289F-49A6-B35F-2E6264473CCF}" dt="2026-04-06T10:03:52.173" v="120"/>
          <ac:spMkLst>
            <pc:docMk/>
            <pc:sldMk cId="2821140278" sldId="264"/>
            <ac:spMk id="3" creationId="{5F34B1AB-9331-30C9-BA2C-E778F06CDA4C}"/>
          </ac:spMkLst>
        </pc:spChg>
        <pc:spChg chg="add del mod">
          <ac:chgData name="vishnu bikki" userId="74c8e181aac439b3" providerId="LiveId" clId="{843138A2-289F-49A6-B35F-2E6264473CCF}" dt="2026-04-06T10:06:01.308" v="134"/>
          <ac:spMkLst>
            <pc:docMk/>
            <pc:sldMk cId="2821140278" sldId="264"/>
            <ac:spMk id="6" creationId="{51EC3330-E778-55BE-3E0B-CB2C1C04D049}"/>
          </ac:spMkLst>
        </pc:spChg>
        <pc:spChg chg="add mod">
          <ac:chgData name="vishnu bikki" userId="74c8e181aac439b3" providerId="LiveId" clId="{843138A2-289F-49A6-B35F-2E6264473CCF}" dt="2026-04-06T10:05:44.882" v="131"/>
          <ac:spMkLst>
            <pc:docMk/>
            <pc:sldMk cId="2821140278" sldId="264"/>
            <ac:spMk id="7" creationId="{D306A563-A56D-7F9D-6227-5ED6F72D4C49}"/>
          </ac:spMkLst>
        </pc:spChg>
        <pc:spChg chg="add del mod">
          <ac:chgData name="vishnu bikki" userId="74c8e181aac439b3" providerId="LiveId" clId="{843138A2-289F-49A6-B35F-2E6264473CCF}" dt="2026-04-06T10:06:30.387" v="138" actId="478"/>
          <ac:spMkLst>
            <pc:docMk/>
            <pc:sldMk cId="2821140278" sldId="264"/>
            <ac:spMk id="8" creationId="{92342465-101A-18D5-94B2-1B270C724627}"/>
          </ac:spMkLst>
        </pc:spChg>
        <pc:spChg chg="add mod">
          <ac:chgData name="vishnu bikki" userId="74c8e181aac439b3" providerId="LiveId" clId="{843138A2-289F-49A6-B35F-2E6264473CCF}" dt="2026-04-06T10:06:57.164" v="141" actId="255"/>
          <ac:spMkLst>
            <pc:docMk/>
            <pc:sldMk cId="2821140278" sldId="264"/>
            <ac:spMk id="9" creationId="{CD348CA7-D36C-313D-F033-1702CEE3A813}"/>
          </ac:spMkLst>
        </pc:spChg>
        <pc:picChg chg="add mod">
          <ac:chgData name="vishnu bikki" userId="74c8e181aac439b3" providerId="LiveId" clId="{843138A2-289F-49A6-B35F-2E6264473CCF}" dt="2026-04-06T10:04:19.711" v="127" actId="1076"/>
          <ac:picMkLst>
            <pc:docMk/>
            <pc:sldMk cId="2821140278" sldId="264"/>
            <ac:picMk id="5" creationId="{90C5D622-207D-CC6D-3DB5-45B89CC30991}"/>
          </ac:picMkLst>
        </pc:picChg>
      </pc:sldChg>
      <pc:sldChg chg="addSp delSp modSp add mod">
        <pc:chgData name="vishnu bikki" userId="74c8e181aac439b3" providerId="LiveId" clId="{843138A2-289F-49A6-B35F-2E6264473CCF}" dt="2026-04-06T10:32:28.597" v="174" actId="20577"/>
        <pc:sldMkLst>
          <pc:docMk/>
          <pc:sldMk cId="4280872798" sldId="265"/>
        </pc:sldMkLst>
        <pc:spChg chg="add mod">
          <ac:chgData name="vishnu bikki" userId="74c8e181aac439b3" providerId="LiveId" clId="{843138A2-289F-49A6-B35F-2E6264473CCF}" dt="2026-04-06T10:32:28.597" v="174" actId="20577"/>
          <ac:spMkLst>
            <pc:docMk/>
            <pc:sldMk cId="4280872798" sldId="265"/>
            <ac:spMk id="2" creationId="{6B127C92-7F0E-CD3F-B3A2-8DA7550C4371}"/>
          </ac:spMkLst>
        </pc:spChg>
        <pc:spChg chg="del">
          <ac:chgData name="vishnu bikki" userId="74c8e181aac439b3" providerId="LiveId" clId="{843138A2-289F-49A6-B35F-2E6264473CCF}" dt="2026-04-06T09:47:41.187" v="67" actId="478"/>
          <ac:spMkLst>
            <pc:docMk/>
            <pc:sldMk cId="4280872798" sldId="265"/>
            <ac:spMk id="4" creationId="{16C327EA-8FBC-2072-7013-A9E91A166988}"/>
          </ac:spMkLst>
        </pc:spChg>
        <pc:spChg chg="del">
          <ac:chgData name="vishnu bikki" userId="74c8e181aac439b3" providerId="LiveId" clId="{843138A2-289F-49A6-B35F-2E6264473CCF}" dt="2026-04-06T09:47:41.187" v="67" actId="478"/>
          <ac:spMkLst>
            <pc:docMk/>
            <pc:sldMk cId="4280872798" sldId="265"/>
            <ac:spMk id="5" creationId="{5E9F6982-A45E-466D-3DAD-4C4B0F0508A6}"/>
          </ac:spMkLst>
        </pc:spChg>
        <pc:spChg chg="del">
          <ac:chgData name="vishnu bikki" userId="74c8e181aac439b3" providerId="LiveId" clId="{843138A2-289F-49A6-B35F-2E6264473CCF}" dt="2026-04-06T09:47:41.187" v="67" actId="478"/>
          <ac:spMkLst>
            <pc:docMk/>
            <pc:sldMk cId="4280872798" sldId="265"/>
            <ac:spMk id="6" creationId="{6B1A1A26-C8EC-46B4-8E4E-0A344772B50A}"/>
          </ac:spMkLst>
        </pc:spChg>
        <pc:spChg chg="del">
          <ac:chgData name="vishnu bikki" userId="74c8e181aac439b3" providerId="LiveId" clId="{843138A2-289F-49A6-B35F-2E6264473CCF}" dt="2026-04-06T09:47:41.187" v="67" actId="478"/>
          <ac:spMkLst>
            <pc:docMk/>
            <pc:sldMk cId="4280872798" sldId="265"/>
            <ac:spMk id="13" creationId="{C7881274-F015-148A-0B38-53473873C1B6}"/>
          </ac:spMkLst>
        </pc:spChg>
        <pc:spChg chg="del">
          <ac:chgData name="vishnu bikki" userId="74c8e181aac439b3" providerId="LiveId" clId="{843138A2-289F-49A6-B35F-2E6264473CCF}" dt="2026-04-06T09:47:41.187" v="67" actId="478"/>
          <ac:spMkLst>
            <pc:docMk/>
            <pc:sldMk cId="4280872798" sldId="265"/>
            <ac:spMk id="14" creationId="{27BD2F18-B30F-9047-9A06-A6967A9A6720}"/>
          </ac:spMkLst>
        </pc:spChg>
      </pc:sldChg>
      <pc:sldChg chg="addSp delSp modSp new mod setBg setFolMasterObjs">
        <pc:chgData name="vishnu bikki" userId="74c8e181aac439b3" providerId="LiveId" clId="{843138A2-289F-49A6-B35F-2E6264473CCF}" dt="2026-04-06T10:08:54.038" v="156"/>
        <pc:sldMkLst>
          <pc:docMk/>
          <pc:sldMk cId="1481189374" sldId="266"/>
        </pc:sldMkLst>
        <pc:spChg chg="add mod">
          <ac:chgData name="vishnu bikki" userId="74c8e181aac439b3" providerId="LiveId" clId="{843138A2-289F-49A6-B35F-2E6264473CCF}" dt="2026-04-06T10:07:36.926" v="144" actId="767"/>
          <ac:spMkLst>
            <pc:docMk/>
            <pc:sldMk cId="1481189374" sldId="266"/>
            <ac:spMk id="2" creationId="{E33A8D40-0C3D-64FB-0BB8-53A1657BA7E3}"/>
          </ac:spMkLst>
        </pc:spChg>
        <pc:spChg chg="add mod">
          <ac:chgData name="vishnu bikki" userId="74c8e181aac439b3" providerId="LiveId" clId="{843138A2-289F-49A6-B35F-2E6264473CCF}" dt="2026-04-06T10:08:29.322" v="153" actId="26606"/>
          <ac:spMkLst>
            <pc:docMk/>
            <pc:sldMk cId="1481189374" sldId="266"/>
            <ac:spMk id="3" creationId="{1E69A5FA-6883-7EF3-7132-B1EBEEBAFA54}"/>
          </ac:spMkLst>
        </pc:spChg>
        <pc:spChg chg="add del">
          <ac:chgData name="vishnu bikki" userId="74c8e181aac439b3" providerId="LiveId" clId="{843138A2-289F-49A6-B35F-2E6264473CCF}" dt="2026-04-06T10:08:41.433" v="155" actId="26606"/>
          <ac:spMkLst>
            <pc:docMk/>
            <pc:sldMk cId="1481189374" sldId="266"/>
            <ac:spMk id="3083" creationId="{31CA2540-FD07-4286-91E4-8D0DE4E50979}"/>
          </ac:spMkLst>
        </pc:spChg>
        <pc:spChg chg="add">
          <ac:chgData name="vishnu bikki" userId="74c8e181aac439b3" providerId="LiveId" clId="{843138A2-289F-49A6-B35F-2E6264473CCF}" dt="2026-04-06T10:08:41.433" v="155" actId="26606"/>
          <ac:spMkLst>
            <pc:docMk/>
            <pc:sldMk cId="1481189374" sldId="266"/>
            <ac:spMk id="3098" creationId="{31CA2540-FD07-4286-91E4-8D0DE4E50979}"/>
          </ac:spMkLst>
        </pc:spChg>
        <pc:picChg chg="add mod">
          <ac:chgData name="vishnu bikki" userId="74c8e181aac439b3" providerId="LiveId" clId="{843138A2-289F-49A6-B35F-2E6264473CCF}" dt="2026-04-06T10:08:29.322" v="153" actId="26606"/>
          <ac:picMkLst>
            <pc:docMk/>
            <pc:sldMk cId="1481189374" sldId="266"/>
            <ac:picMk id="3074" creationId="{0154EEEA-EB66-6DDD-C4C7-618172446110}"/>
          </ac:picMkLst>
        </pc:picChg>
        <pc:picChg chg="add">
          <ac:chgData name="vishnu bikki" userId="74c8e181aac439b3" providerId="LiveId" clId="{843138A2-289F-49A6-B35F-2E6264473CCF}" dt="2026-04-06T10:08:29.322" v="153" actId="26606"/>
          <ac:picMkLst>
            <pc:docMk/>
            <pc:sldMk cId="1481189374" sldId="266"/>
            <ac:picMk id="3079" creationId="{25496B42-CC46-4183-B481-887CD3E8C725}"/>
          </ac:picMkLst>
        </pc:picChg>
        <pc:picChg chg="add del">
          <ac:chgData name="vishnu bikki" userId="74c8e181aac439b3" providerId="LiveId" clId="{843138A2-289F-49A6-B35F-2E6264473CCF}" dt="2026-04-06T10:08:41.433" v="155" actId="26606"/>
          <ac:picMkLst>
            <pc:docMk/>
            <pc:sldMk cId="1481189374" sldId="266"/>
            <ac:picMk id="3081" creationId="{E2758CE0-F916-4DCE-88D1-71430BE441B2}"/>
          </ac:picMkLst>
        </pc:picChg>
        <pc:picChg chg="add del">
          <ac:chgData name="vishnu bikki" userId="74c8e181aac439b3" providerId="LiveId" clId="{843138A2-289F-49A6-B35F-2E6264473CCF}" dt="2026-04-06T10:08:41.433" v="155" actId="26606"/>
          <ac:picMkLst>
            <pc:docMk/>
            <pc:sldMk cId="1481189374" sldId="266"/>
            <ac:picMk id="3085" creationId="{214924F5-CDC2-4DFA-82F3-4843ADD678A7}"/>
          </ac:picMkLst>
        </pc:picChg>
        <pc:picChg chg="add del">
          <ac:chgData name="vishnu bikki" userId="74c8e181aac439b3" providerId="LiveId" clId="{843138A2-289F-49A6-B35F-2E6264473CCF}" dt="2026-04-06T10:08:41.433" v="155" actId="26606"/>
          <ac:picMkLst>
            <pc:docMk/>
            <pc:sldMk cId="1481189374" sldId="266"/>
            <ac:picMk id="3087" creationId="{AED59812-6820-446C-B994-0D059C97DC3F}"/>
          </ac:picMkLst>
        </pc:picChg>
        <pc:picChg chg="add">
          <ac:chgData name="vishnu bikki" userId="74c8e181aac439b3" providerId="LiveId" clId="{843138A2-289F-49A6-B35F-2E6264473CCF}" dt="2026-04-06T10:08:29.322" v="153" actId="26606"/>
          <ac:picMkLst>
            <pc:docMk/>
            <pc:sldMk cId="1481189374" sldId="266"/>
            <ac:picMk id="3089" creationId="{E844ED7C-1917-40D8-8B42-1B1C27BC5A54}"/>
          </ac:picMkLst>
        </pc:picChg>
        <pc:picChg chg="add">
          <ac:chgData name="vishnu bikki" userId="74c8e181aac439b3" providerId="LiveId" clId="{843138A2-289F-49A6-B35F-2E6264473CCF}" dt="2026-04-06T10:08:41.433" v="155" actId="26606"/>
          <ac:picMkLst>
            <pc:docMk/>
            <pc:sldMk cId="1481189374" sldId="266"/>
            <ac:picMk id="3094" creationId="{25496B42-CC46-4183-B481-887CD3E8C725}"/>
          </ac:picMkLst>
        </pc:picChg>
        <pc:picChg chg="add">
          <ac:chgData name="vishnu bikki" userId="74c8e181aac439b3" providerId="LiveId" clId="{843138A2-289F-49A6-B35F-2E6264473CCF}" dt="2026-04-06T10:08:41.433" v="155" actId="26606"/>
          <ac:picMkLst>
            <pc:docMk/>
            <pc:sldMk cId="1481189374" sldId="266"/>
            <ac:picMk id="3096" creationId="{E2758CE0-F916-4DCE-88D1-71430BE441B2}"/>
          </ac:picMkLst>
        </pc:picChg>
        <pc:picChg chg="add">
          <ac:chgData name="vishnu bikki" userId="74c8e181aac439b3" providerId="LiveId" clId="{843138A2-289F-49A6-B35F-2E6264473CCF}" dt="2026-04-06T10:08:41.433" v="155" actId="26606"/>
          <ac:picMkLst>
            <pc:docMk/>
            <pc:sldMk cId="1481189374" sldId="266"/>
            <ac:picMk id="3100" creationId="{214924F5-CDC2-4DFA-82F3-4843ADD678A7}"/>
          </ac:picMkLst>
        </pc:picChg>
        <pc:picChg chg="add">
          <ac:chgData name="vishnu bikki" userId="74c8e181aac439b3" providerId="LiveId" clId="{843138A2-289F-49A6-B35F-2E6264473CCF}" dt="2026-04-06T10:08:41.433" v="155" actId="26606"/>
          <ac:picMkLst>
            <pc:docMk/>
            <pc:sldMk cId="1481189374" sldId="266"/>
            <ac:picMk id="3102" creationId="{AED59812-6820-446C-B994-0D059C97DC3F}"/>
          </ac:picMkLst>
        </pc:picChg>
        <pc:picChg chg="add">
          <ac:chgData name="vishnu bikki" userId="74c8e181aac439b3" providerId="LiveId" clId="{843138A2-289F-49A6-B35F-2E6264473CCF}" dt="2026-04-06T10:08:41.433" v="155" actId="26606"/>
          <ac:picMkLst>
            <pc:docMk/>
            <pc:sldMk cId="1481189374" sldId="266"/>
            <ac:picMk id="3104" creationId="{E844ED7C-1917-40D8-8B42-1B1C27BC5A54}"/>
          </ac:picMkLst>
        </pc:picChg>
      </pc:sldChg>
      <pc:sldChg chg="addSp delSp modSp new mod setBg setFolMasterObjs">
        <pc:chgData name="vishnu bikki" userId="74c8e181aac439b3" providerId="LiveId" clId="{843138A2-289F-49A6-B35F-2E6264473CCF}" dt="2026-04-06T10:36:54.973" v="185" actId="478"/>
        <pc:sldMkLst>
          <pc:docMk/>
          <pc:sldMk cId="3471336623" sldId="267"/>
        </pc:sldMkLst>
        <pc:spChg chg="add mod">
          <ac:chgData name="vishnu bikki" userId="74c8e181aac439b3" providerId="LiveId" clId="{843138A2-289F-49A6-B35F-2E6264473CCF}" dt="2026-04-06T10:13:37.322" v="168" actId="1076"/>
          <ac:spMkLst>
            <pc:docMk/>
            <pc:sldMk cId="3471336623" sldId="267"/>
            <ac:spMk id="2" creationId="{D07BCC41-E0AE-35D4-7941-23511F7D1FF7}"/>
          </ac:spMkLst>
        </pc:spChg>
        <pc:spChg chg="add del mod">
          <ac:chgData name="vishnu bikki" userId="74c8e181aac439b3" providerId="LiveId" clId="{843138A2-289F-49A6-B35F-2E6264473CCF}" dt="2026-04-06T10:32:19.592" v="173"/>
          <ac:spMkLst>
            <pc:docMk/>
            <pc:sldMk cId="3471336623" sldId="267"/>
            <ac:spMk id="3" creationId="{3F1827CA-C445-87B8-52AB-551E6A2DD2EC}"/>
          </ac:spMkLst>
        </pc:spChg>
        <pc:spChg chg="add del mod">
          <ac:chgData name="vishnu bikki" userId="74c8e181aac439b3" providerId="LiveId" clId="{843138A2-289F-49A6-B35F-2E6264473CCF}" dt="2026-04-06T10:36:19.123" v="178"/>
          <ac:spMkLst>
            <pc:docMk/>
            <pc:sldMk cId="3471336623" sldId="267"/>
            <ac:spMk id="4" creationId="{F9377C1E-42CE-59CC-EFC4-5C346457A1C2}"/>
          </ac:spMkLst>
        </pc:spChg>
        <pc:spChg chg="add del mod">
          <ac:chgData name="vishnu bikki" userId="74c8e181aac439b3" providerId="LiveId" clId="{843138A2-289F-49A6-B35F-2E6264473CCF}" dt="2026-04-06T10:36:54.973" v="185" actId="478"/>
          <ac:spMkLst>
            <pc:docMk/>
            <pc:sldMk cId="3471336623" sldId="267"/>
            <ac:spMk id="5" creationId="{FDD357CC-72FA-3D4C-B3E2-9CDFAB8D02C1}"/>
          </ac:spMkLst>
        </pc:spChg>
        <pc:spChg chg="add mod">
          <ac:chgData name="vishnu bikki" userId="74c8e181aac439b3" providerId="LiveId" clId="{843138A2-289F-49A6-B35F-2E6264473CCF}" dt="2026-04-06T10:36:47.375" v="183" actId="1076"/>
          <ac:spMkLst>
            <pc:docMk/>
            <pc:sldMk cId="3471336623" sldId="267"/>
            <ac:spMk id="6" creationId="{5642A8B0-8ACA-C9DB-8A41-78C36A9C21DA}"/>
          </ac:spMkLst>
        </pc:spChg>
        <pc:spChg chg="add">
          <ac:chgData name="vishnu bikki" userId="74c8e181aac439b3" providerId="LiveId" clId="{843138A2-289F-49A6-B35F-2E6264473CCF}" dt="2026-04-06T10:13:17.077" v="167" actId="26606"/>
          <ac:spMkLst>
            <pc:docMk/>
            <pc:sldMk cId="3471336623" sldId="267"/>
            <ac:spMk id="4107" creationId="{31CA2540-FD07-4286-91E4-8D0DE4E50979}"/>
          </ac:spMkLst>
        </pc:spChg>
        <pc:picChg chg="add mod">
          <ac:chgData name="vishnu bikki" userId="74c8e181aac439b3" providerId="LiveId" clId="{843138A2-289F-49A6-B35F-2E6264473CCF}" dt="2026-04-06T10:13:41.723" v="169" actId="1076"/>
          <ac:picMkLst>
            <pc:docMk/>
            <pc:sldMk cId="3471336623" sldId="267"/>
            <ac:picMk id="4098" creationId="{6BD7E501-7535-E024-2053-8233993F5F98}"/>
          </ac:picMkLst>
        </pc:picChg>
        <pc:picChg chg="add">
          <ac:chgData name="vishnu bikki" userId="74c8e181aac439b3" providerId="LiveId" clId="{843138A2-289F-49A6-B35F-2E6264473CCF}" dt="2026-04-06T10:13:17.077" v="167" actId="26606"/>
          <ac:picMkLst>
            <pc:docMk/>
            <pc:sldMk cId="3471336623" sldId="267"/>
            <ac:picMk id="4103" creationId="{25496B42-CC46-4183-B481-887CD3E8C725}"/>
          </ac:picMkLst>
        </pc:picChg>
        <pc:picChg chg="add">
          <ac:chgData name="vishnu bikki" userId="74c8e181aac439b3" providerId="LiveId" clId="{843138A2-289F-49A6-B35F-2E6264473CCF}" dt="2026-04-06T10:13:17.077" v="167" actId="26606"/>
          <ac:picMkLst>
            <pc:docMk/>
            <pc:sldMk cId="3471336623" sldId="267"/>
            <ac:picMk id="4105" creationId="{E2758CE0-F916-4DCE-88D1-71430BE441B2}"/>
          </ac:picMkLst>
        </pc:picChg>
        <pc:picChg chg="add">
          <ac:chgData name="vishnu bikki" userId="74c8e181aac439b3" providerId="LiveId" clId="{843138A2-289F-49A6-B35F-2E6264473CCF}" dt="2026-04-06T10:13:17.077" v="167" actId="26606"/>
          <ac:picMkLst>
            <pc:docMk/>
            <pc:sldMk cId="3471336623" sldId="267"/>
            <ac:picMk id="4109" creationId="{214924F5-CDC2-4DFA-82F3-4843ADD678A7}"/>
          </ac:picMkLst>
        </pc:picChg>
        <pc:picChg chg="add">
          <ac:chgData name="vishnu bikki" userId="74c8e181aac439b3" providerId="LiveId" clId="{843138A2-289F-49A6-B35F-2E6264473CCF}" dt="2026-04-06T10:13:17.077" v="167" actId="26606"/>
          <ac:picMkLst>
            <pc:docMk/>
            <pc:sldMk cId="3471336623" sldId="267"/>
            <ac:picMk id="4111" creationId="{AED59812-6820-446C-B994-0D059C97DC3F}"/>
          </ac:picMkLst>
        </pc:picChg>
        <pc:picChg chg="add">
          <ac:chgData name="vishnu bikki" userId="74c8e181aac439b3" providerId="LiveId" clId="{843138A2-289F-49A6-B35F-2E6264473CCF}" dt="2026-04-06T10:13:17.077" v="167" actId="26606"/>
          <ac:picMkLst>
            <pc:docMk/>
            <pc:sldMk cId="3471336623" sldId="267"/>
            <ac:picMk id="4113" creationId="{E844ED7C-1917-40D8-8B42-1B1C27BC5A54}"/>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651856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50992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190884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323993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FB91C9-5C98-42ED-913D-2D2AF6740447}"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379562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FB91C9-5C98-42ED-913D-2D2AF6740447}"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609561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FB91C9-5C98-42ED-913D-2D2AF6740447}" type="datetimeFigureOut">
              <a:rPr lang="en-IN" smtClean="0"/>
              <a:t>06-04-2026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75237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807129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221060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86653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891067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885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556501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FB91C9-5C98-42ED-913D-2D2AF6740447}"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7880108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FB91C9-5C98-42ED-913D-2D2AF6740447}"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72257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0662393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234192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FB91C9-5C98-42ED-913D-2D2AF6740447}" type="datetimeFigureOut">
              <a:rPr lang="en-IN" smtClean="0"/>
              <a:t>06-04-2026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9A6EB3D5-6F72-4364-9BD6-8F744D6091CF}" type="slidenum">
              <a:rPr lang="en-IN" smtClean="0"/>
              <a:t>‹#›</a:t>
            </a:fld>
            <a:endParaRPr lang="en-IN"/>
          </a:p>
        </p:txBody>
      </p:sp>
    </p:spTree>
    <p:extLst>
      <p:ext uri="{BB962C8B-B14F-4D97-AF65-F5344CB8AC3E}">
        <p14:creationId xmlns:p14="http://schemas.microsoft.com/office/powerpoint/2010/main" val="4160286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pixabay.com/en/hand-leave-pen-paper-thank-you-226358/" TargetMode="External"/><Relationship Id="rId2" Type="http://schemas.openxmlformats.org/officeDocument/2006/relationships/image" Target="../media/image1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E42F9D-8B39-6C6A-2DAA-4A4CB0B6EED4}"/>
              </a:ext>
            </a:extLst>
          </p:cNvPr>
          <p:cNvSpPr txBox="1"/>
          <p:nvPr/>
        </p:nvSpPr>
        <p:spPr>
          <a:xfrm>
            <a:off x="3362630" y="365590"/>
            <a:ext cx="5860027"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Movie Recommendation System: NLP-Based Recommender System</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D4D6E6-93BA-989B-BB0D-462B22A4133D}"/>
              </a:ext>
            </a:extLst>
          </p:cNvPr>
          <p:cNvSpPr txBox="1"/>
          <p:nvPr/>
        </p:nvSpPr>
        <p:spPr>
          <a:xfrm>
            <a:off x="4267197" y="1614150"/>
            <a:ext cx="4050891" cy="1754326"/>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Submitted by: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22JK1A0543  </a:t>
            </a:r>
            <a:r>
              <a:rPr lang="en-US" dirty="0"/>
              <a:t>KAITEPALLI NAGARAJU</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22JK1A0527</a:t>
            </a:r>
            <a:r>
              <a:rPr lang="en-US" dirty="0"/>
              <a:t>  BATTULA</a:t>
            </a:r>
            <a:r>
              <a:rPr lang="en-US" dirty="0">
                <a:latin typeface="Times New Roman" panose="02020603050405020304" pitchFamily="18" charset="0"/>
                <a:cs typeface="Times New Roman" panose="02020603050405020304" pitchFamily="18" charset="0"/>
              </a:rPr>
              <a:t> </a:t>
            </a:r>
            <a:r>
              <a:rPr lang="en-US" dirty="0"/>
              <a:t>VISHNU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22JK1A0528  </a:t>
            </a:r>
            <a:r>
              <a:rPr lang="en-US" dirty="0"/>
              <a:t>BIKKI VISHNU VARDHAN</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22JK1A0529  </a:t>
            </a:r>
            <a:r>
              <a:rPr lang="en-US" dirty="0"/>
              <a:t>RAHUL SAI BOJJANKULA</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0382F59-412C-2B4F-B7EC-DA2E4ABDF1E1}"/>
              </a:ext>
            </a:extLst>
          </p:cNvPr>
          <p:cNvSpPr txBox="1"/>
          <p:nvPr/>
        </p:nvSpPr>
        <p:spPr>
          <a:xfrm>
            <a:off x="3495364" y="3580266"/>
            <a:ext cx="5407743"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r>
              <a:rPr lang="en-US" dirty="0"/>
              <a:t>K SRINIVAS REDDY</a:t>
            </a:r>
            <a:endParaRPr lang="en-US" dirty="0">
              <a:latin typeface="Times New Roman" panose="02020603050405020304" pitchFamily="18" charset="0"/>
              <a:cs typeface="Times New Roman" panose="02020603050405020304" pitchFamily="18" charset="0"/>
            </a:endParaRPr>
          </a:p>
          <a:p>
            <a:pPr algn="ctr"/>
            <a:r>
              <a:rPr lang="en-US" dirty="0"/>
              <a:t>ASST. PROFESSOR</a:t>
            </a:r>
            <a:endParaRPr lang="en-IN" dirty="0"/>
          </a:p>
        </p:txBody>
      </p:sp>
      <p:sp>
        <p:nvSpPr>
          <p:cNvPr id="13" name="TextBox 12">
            <a:extLst>
              <a:ext uri="{FF2B5EF4-FFF2-40B4-BE49-F238E27FC236}">
                <a16:creationId xmlns:a16="http://schemas.microsoft.com/office/drawing/2014/main" id="{446ACB17-034E-79C2-8E92-A34C9A3C4E98}"/>
              </a:ext>
            </a:extLst>
          </p:cNvPr>
          <p:cNvSpPr txBox="1"/>
          <p:nvPr/>
        </p:nvSpPr>
        <p:spPr>
          <a:xfrm>
            <a:off x="3293803" y="4626272"/>
            <a:ext cx="5997678"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Department of Computer Science &amp; Engineering</a:t>
            </a:r>
          </a:p>
        </p:txBody>
      </p:sp>
      <p:sp>
        <p:nvSpPr>
          <p:cNvPr id="14" name="TextBox 13">
            <a:extLst>
              <a:ext uri="{FF2B5EF4-FFF2-40B4-BE49-F238E27FC236}">
                <a16:creationId xmlns:a16="http://schemas.microsoft.com/office/drawing/2014/main" id="{5BD7CAAE-0E2B-3B83-D773-EAFA78E1877B}"/>
              </a:ext>
            </a:extLst>
          </p:cNvPr>
          <p:cNvSpPr txBox="1"/>
          <p:nvPr/>
        </p:nvSpPr>
        <p:spPr>
          <a:xfrm>
            <a:off x="2625210" y="5196094"/>
            <a:ext cx="7148052"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KITS AKSHAR INSTITUTE OF TECHNOLOGY</a:t>
            </a:r>
          </a:p>
          <a:p>
            <a:pPr algn="ctr"/>
            <a:r>
              <a:rPr lang="en-US" dirty="0">
                <a:latin typeface="Times New Roman" panose="02020603050405020304" pitchFamily="18" charset="0"/>
                <a:cs typeface="Times New Roman" panose="02020603050405020304" pitchFamily="18" charset="0"/>
              </a:rPr>
              <a:t>Affiliated to JNTU Kakinada</a:t>
            </a:r>
          </a:p>
          <a:p>
            <a:pPr algn="ctr"/>
            <a:r>
              <a:rPr lang="en-US" dirty="0">
                <a:latin typeface="Times New Roman" panose="02020603050405020304" pitchFamily="18" charset="0"/>
                <a:cs typeface="Times New Roman" panose="02020603050405020304" pitchFamily="18" charset="0"/>
              </a:rPr>
              <a:t>2025-26</a:t>
            </a:r>
            <a:endParaRPr lang="en-IN" dirty="0"/>
          </a:p>
        </p:txBody>
      </p:sp>
    </p:spTree>
    <p:extLst>
      <p:ext uri="{BB962C8B-B14F-4D97-AF65-F5344CB8AC3E}">
        <p14:creationId xmlns:p14="http://schemas.microsoft.com/office/powerpoint/2010/main" val="244783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a:extLst>
            <a:ext uri="{FF2B5EF4-FFF2-40B4-BE49-F238E27FC236}">
              <a16:creationId xmlns:a16="http://schemas.microsoft.com/office/drawing/2014/main" id="{C1D1D660-2366-C48E-7E96-543914F70E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127C92-7F0E-CD3F-B3A2-8DA7550C4371}"/>
              </a:ext>
            </a:extLst>
          </p:cNvPr>
          <p:cNvSpPr txBox="1"/>
          <p:nvPr/>
        </p:nvSpPr>
        <p:spPr>
          <a:xfrm>
            <a:off x="4838218" y="544010"/>
            <a:ext cx="3854369" cy="483209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CONTENTS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Abstract </a:t>
            </a:r>
          </a:p>
          <a:p>
            <a:pPr algn="just"/>
            <a:r>
              <a:rPr lang="en-US" sz="2800" dirty="0">
                <a:latin typeface="Times New Roman" panose="02020603050405020304" pitchFamily="18" charset="0"/>
                <a:cs typeface="Times New Roman" panose="02020603050405020304" pitchFamily="18" charset="0"/>
              </a:rPr>
              <a:t>• Literature Survey</a:t>
            </a:r>
          </a:p>
          <a:p>
            <a:pPr algn="just"/>
            <a:r>
              <a:rPr lang="en-US" sz="2800" dirty="0">
                <a:latin typeface="Times New Roman" panose="02020603050405020304" pitchFamily="18" charset="0"/>
                <a:cs typeface="Times New Roman" panose="02020603050405020304" pitchFamily="18" charset="0"/>
              </a:rPr>
              <a:t> • Existed System </a:t>
            </a:r>
          </a:p>
          <a:p>
            <a:pPr algn="just"/>
            <a:r>
              <a:rPr lang="en-US" sz="2800" dirty="0">
                <a:latin typeface="Times New Roman" panose="02020603050405020304" pitchFamily="18" charset="0"/>
                <a:cs typeface="Times New Roman" panose="02020603050405020304" pitchFamily="18" charset="0"/>
              </a:rPr>
              <a:t>• Proposed System </a:t>
            </a:r>
          </a:p>
          <a:p>
            <a:pPr algn="just"/>
            <a:r>
              <a:rPr lang="en-US" sz="2800" dirty="0">
                <a:latin typeface="Times New Roman" panose="02020603050405020304" pitchFamily="18" charset="0"/>
                <a:cs typeface="Times New Roman" panose="02020603050405020304" pitchFamily="18" charset="0"/>
              </a:rPr>
              <a:t>• Design Analysis </a:t>
            </a:r>
          </a:p>
          <a:p>
            <a:pPr algn="just"/>
            <a:r>
              <a:rPr lang="en-US" sz="2800" dirty="0">
                <a:latin typeface="Times New Roman" panose="02020603050405020304" pitchFamily="18" charset="0"/>
                <a:cs typeface="Times New Roman" panose="02020603050405020304" pitchFamily="18" charset="0"/>
              </a:rPr>
              <a:t>• Architecture </a:t>
            </a:r>
          </a:p>
          <a:p>
            <a:pPr algn="just"/>
            <a:r>
              <a:rPr lang="en-US" sz="2800" dirty="0">
                <a:latin typeface="Times New Roman" panose="02020603050405020304" pitchFamily="18" charset="0"/>
                <a:cs typeface="Times New Roman" panose="02020603050405020304" pitchFamily="18" charset="0"/>
              </a:rPr>
              <a:t>• Working </a:t>
            </a:r>
          </a:p>
          <a:p>
            <a:pPr algn="just"/>
            <a:r>
              <a:rPr lang="en-US" sz="2800" dirty="0">
                <a:latin typeface="Times New Roman" panose="02020603050405020304" pitchFamily="18" charset="0"/>
                <a:cs typeface="Times New Roman" panose="02020603050405020304" pitchFamily="18" charset="0"/>
              </a:rPr>
              <a:t>• Technologies Used </a:t>
            </a:r>
          </a:p>
          <a:p>
            <a:pPr algn="just"/>
            <a:r>
              <a:rPr lang="en-US" sz="2800" dirty="0">
                <a:latin typeface="Times New Roman" panose="02020603050405020304" pitchFamily="18" charset="0"/>
                <a:cs typeface="Times New Roman" panose="02020603050405020304" pitchFamily="18" charset="0"/>
              </a:rPr>
              <a:t>• Output Screens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872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46A0FA-412F-CD76-3559-3202207D9A72}"/>
              </a:ext>
            </a:extLst>
          </p:cNvPr>
          <p:cNvSpPr txBox="1"/>
          <p:nvPr/>
        </p:nvSpPr>
        <p:spPr>
          <a:xfrm>
            <a:off x="806245" y="117988"/>
            <a:ext cx="4277033" cy="707886"/>
          </a:xfrm>
          <a:prstGeom prst="rect">
            <a:avLst/>
          </a:prstGeom>
          <a:noFill/>
        </p:spPr>
        <p:txBody>
          <a:bodyPr wrap="square" rtlCol="0">
            <a:spAutoFit/>
          </a:bodyPr>
          <a:lstStyle/>
          <a:p>
            <a:r>
              <a:rPr lang="en-US" sz="2000" dirty="0"/>
              <a:t>Abstract</a:t>
            </a:r>
          </a:p>
          <a:p>
            <a:endParaRPr lang="en-IN" sz="2000" dirty="0"/>
          </a:p>
        </p:txBody>
      </p:sp>
      <p:sp>
        <p:nvSpPr>
          <p:cNvPr id="5" name="TextBox 4">
            <a:extLst>
              <a:ext uri="{FF2B5EF4-FFF2-40B4-BE49-F238E27FC236}">
                <a16:creationId xmlns:a16="http://schemas.microsoft.com/office/drawing/2014/main" id="{DA97ACD9-778D-4E4B-C4B7-CED3DD21B65F}"/>
              </a:ext>
            </a:extLst>
          </p:cNvPr>
          <p:cNvSpPr txBox="1"/>
          <p:nvPr/>
        </p:nvSpPr>
        <p:spPr>
          <a:xfrm>
            <a:off x="806245" y="589935"/>
            <a:ext cx="10048568" cy="4524315"/>
          </a:xfrm>
          <a:prstGeom prst="rect">
            <a:avLst/>
          </a:prstGeom>
          <a:noFill/>
        </p:spPr>
        <p:txBody>
          <a:bodyPr wrap="square" rtlCol="0">
            <a:spAutoFit/>
          </a:bodyPr>
          <a:lstStyle/>
          <a:p>
            <a:r>
              <a:rPr lang="en-US" sz="1600" dirty="0"/>
              <a:t>Movie recommendation systems are essential in helping users discover relevant content from large movie collections. This project focuses on an NLP-based Movie Recommendation System that analyzes movie descriptions and related textual metadata to recommend similar movies. By understanding the context and meaning of text, the system provides content-based recommendations that go beyond basic genre matching, improving personalization and relevance. The core technologies used in this project revolve around Natural Language Processing and machine learning techniques. The system is implemented using Python, with NLP libraries such as NLTK or </a:t>
            </a:r>
            <a:r>
              <a:rPr lang="en-US" sz="1600" dirty="0" err="1"/>
              <a:t>spaCy</a:t>
            </a:r>
            <a:r>
              <a:rPr lang="en-US" sz="1600" dirty="0"/>
              <a:t> for text preprocessing. TF-IDF is used to convert movie descriptions into numerical feature vectors, and cosine similarity is applied to measure the closeness between movies. These techniques form the foundation of the recommendation logic and enable effective comparison of textual </a:t>
            </a:r>
            <a:r>
              <a:rPr lang="en-US" sz="1600" dirty="0" err="1"/>
              <a:t>content.The</a:t>
            </a:r>
            <a:r>
              <a:rPr lang="en-US" sz="1600" dirty="0"/>
              <a:t> project flow begins with collecting and preparing a dataset containing movie titles, genres, and descriptions. Text preprocessing is performed to clean and normalize the data, including tokenization, stop-word removal, and lemmatization. The processed text is then transformed using TF-IDF, and similarity scores are calculated between movies. Based on a selected movie, the system identifies and recommends the most similar movies using NLP-based similarity measures. </a:t>
            </a:r>
          </a:p>
          <a:p>
            <a:r>
              <a:rPr lang="en-US" sz="1600" dirty="0"/>
              <a:t>In conclusion, the project demonstrates how NLP techniques can be effectively applied to build a content-based movie recommendation system. By focusing on textual understanding, the system delivers accurate and meaningful recommendations without relying on user ratings. This approach highlights the importance of NLP in modern recommender systems and provides a strong foundation for future enhancements such as hybrid models or deep learning-based recommendations.</a:t>
            </a:r>
            <a:endParaRPr lang="en-IN" sz="1600" dirty="0"/>
          </a:p>
        </p:txBody>
      </p:sp>
    </p:spTree>
    <p:extLst>
      <p:ext uri="{BB962C8B-B14F-4D97-AF65-F5344CB8AC3E}">
        <p14:creationId xmlns:p14="http://schemas.microsoft.com/office/powerpoint/2010/main" val="169788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B2C30D-8408-EB95-4BF7-4D7F69B6BA7D}"/>
              </a:ext>
            </a:extLst>
          </p:cNvPr>
          <p:cNvSpPr txBox="1"/>
          <p:nvPr/>
        </p:nvSpPr>
        <p:spPr>
          <a:xfrm>
            <a:off x="835742" y="294570"/>
            <a:ext cx="4591664" cy="1200329"/>
          </a:xfrm>
          <a:prstGeom prst="rect">
            <a:avLst/>
          </a:prstGeom>
          <a:noFill/>
        </p:spPr>
        <p:txBody>
          <a:bodyPr wrap="square" rtlCol="0">
            <a:spAutoFit/>
          </a:bodyPr>
          <a:lstStyle/>
          <a:p>
            <a:r>
              <a:rPr lang="en-US" dirty="0"/>
              <a:t>Literature Survey:</a:t>
            </a:r>
          </a:p>
          <a:p>
            <a:endParaRPr lang="en-US" dirty="0"/>
          </a:p>
          <a:p>
            <a:endParaRPr lang="en-US" dirty="0"/>
          </a:p>
          <a:p>
            <a:endParaRPr lang="en-IN" dirty="0"/>
          </a:p>
        </p:txBody>
      </p:sp>
      <p:pic>
        <p:nvPicPr>
          <p:cNvPr id="9" name="Picture 8">
            <a:extLst>
              <a:ext uri="{FF2B5EF4-FFF2-40B4-BE49-F238E27FC236}">
                <a16:creationId xmlns:a16="http://schemas.microsoft.com/office/drawing/2014/main" id="{C7CBF2B6-7130-56E0-DD98-51534870C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877" y="743693"/>
            <a:ext cx="5235394" cy="4634552"/>
          </a:xfrm>
          <a:prstGeom prst="rect">
            <a:avLst/>
          </a:prstGeom>
        </p:spPr>
      </p:pic>
      <p:pic>
        <p:nvPicPr>
          <p:cNvPr id="11" name="Picture 10">
            <a:extLst>
              <a:ext uri="{FF2B5EF4-FFF2-40B4-BE49-F238E27FC236}">
                <a16:creationId xmlns:a16="http://schemas.microsoft.com/office/drawing/2014/main" id="{64A47093-0854-ED9C-5405-1688CA0CD2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2749" y="560041"/>
            <a:ext cx="4144970" cy="4061120"/>
          </a:xfrm>
          <a:prstGeom prst="rect">
            <a:avLst/>
          </a:prstGeom>
        </p:spPr>
      </p:pic>
      <p:sp>
        <p:nvSpPr>
          <p:cNvPr id="12" name="TextBox 11">
            <a:extLst>
              <a:ext uri="{FF2B5EF4-FFF2-40B4-BE49-F238E27FC236}">
                <a16:creationId xmlns:a16="http://schemas.microsoft.com/office/drawing/2014/main" id="{9AAEF9E2-921B-26AC-F547-535E3BE2163D}"/>
              </a:ext>
            </a:extLst>
          </p:cNvPr>
          <p:cNvSpPr txBox="1"/>
          <p:nvPr/>
        </p:nvSpPr>
        <p:spPr>
          <a:xfrm>
            <a:off x="4454013" y="5070284"/>
            <a:ext cx="4274433" cy="1754326"/>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dirty="0">
                <a:latin typeface="Arial" panose="020B0604020202020204" pitchFamily="34" charset="0"/>
              </a:rPr>
              <a:t>Cold-start problem </a:t>
            </a:r>
          </a:p>
          <a:p>
            <a:pPr lvl="0" defTabSz="914400" eaLnBrk="0" fontAlgn="base" hangingPunct="0">
              <a:spcBef>
                <a:spcPct val="0"/>
              </a:spcBef>
              <a:spcAft>
                <a:spcPct val="0"/>
              </a:spcAft>
              <a:buFontTx/>
              <a:buChar char="•"/>
            </a:pPr>
            <a:r>
              <a:rPr lang="en-US" altLang="en-US" dirty="0">
                <a:latin typeface="Arial" panose="020B0604020202020204" pitchFamily="34" charset="0"/>
              </a:rPr>
              <a:t>Sparse rating data </a:t>
            </a:r>
          </a:p>
          <a:p>
            <a:pPr lvl="0" defTabSz="914400" eaLnBrk="0" fontAlgn="base" hangingPunct="0">
              <a:spcBef>
                <a:spcPct val="0"/>
              </a:spcBef>
              <a:spcAft>
                <a:spcPct val="0"/>
              </a:spcAft>
              <a:buFontTx/>
              <a:buChar char="•"/>
            </a:pPr>
            <a:r>
              <a:rPr lang="en-US" altLang="en-US" dirty="0">
                <a:latin typeface="Arial" panose="020B0604020202020204" pitchFamily="34" charset="0"/>
              </a:rPr>
              <a:t>Scalability issues </a:t>
            </a:r>
          </a:p>
          <a:p>
            <a:pPr lvl="0" defTabSz="914400" eaLnBrk="0" fontAlgn="base" hangingPunct="0">
              <a:spcBef>
                <a:spcPct val="0"/>
              </a:spcBef>
              <a:spcAft>
                <a:spcPct val="0"/>
              </a:spcAft>
              <a:buFontTx/>
              <a:buChar char="•"/>
            </a:pPr>
            <a:r>
              <a:rPr lang="en-US" altLang="en-US" dirty="0">
                <a:latin typeface="Arial" panose="020B0604020202020204" pitchFamily="34" charset="0"/>
              </a:rPr>
              <a:t>Weak semantic understanding </a:t>
            </a:r>
          </a:p>
          <a:p>
            <a:pPr lvl="0" defTabSz="914400" eaLnBrk="0" fontAlgn="base" hangingPunct="0">
              <a:spcBef>
                <a:spcPct val="0"/>
              </a:spcBef>
              <a:spcAft>
                <a:spcPct val="0"/>
              </a:spcAft>
              <a:buFontTx/>
              <a:buChar char="•"/>
            </a:pPr>
            <a:r>
              <a:rPr lang="en-US" altLang="en-US" dirty="0">
                <a:latin typeface="Arial" panose="020B0604020202020204" pitchFamily="34" charset="0"/>
              </a:rPr>
              <a:t>Over-specialization </a:t>
            </a:r>
          </a:p>
          <a:p>
            <a:pPr lvl="0" defTabSz="914400" eaLnBrk="0" fontAlgn="base" hangingPunct="0">
              <a:spcBef>
                <a:spcPct val="0"/>
              </a:spcBef>
              <a:spcAft>
                <a:spcPct val="0"/>
              </a:spcAft>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713050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F19CA-A13B-1035-BAC9-117A685A77A1}"/>
              </a:ext>
            </a:extLst>
          </p:cNvPr>
          <p:cNvSpPr txBox="1"/>
          <p:nvPr/>
        </p:nvSpPr>
        <p:spPr>
          <a:xfrm>
            <a:off x="598399" y="225365"/>
            <a:ext cx="4739149" cy="646331"/>
          </a:xfrm>
          <a:prstGeom prst="rect">
            <a:avLst/>
          </a:prstGeom>
          <a:noFill/>
        </p:spPr>
        <p:txBody>
          <a:bodyPr wrap="square" rtlCol="0">
            <a:spAutoFit/>
          </a:bodyPr>
          <a:lstStyle/>
          <a:p>
            <a:r>
              <a:rPr lang="en-US" dirty="0"/>
              <a:t>Existed System:</a:t>
            </a:r>
          </a:p>
          <a:p>
            <a:endParaRPr lang="en-IN" dirty="0"/>
          </a:p>
        </p:txBody>
      </p:sp>
      <p:sp>
        <p:nvSpPr>
          <p:cNvPr id="3" name="TextBox 2">
            <a:extLst>
              <a:ext uri="{FF2B5EF4-FFF2-40B4-BE49-F238E27FC236}">
                <a16:creationId xmlns:a16="http://schemas.microsoft.com/office/drawing/2014/main" id="{A6BB7E85-54BC-B612-6E17-794627953CAD}"/>
              </a:ext>
            </a:extLst>
          </p:cNvPr>
          <p:cNvSpPr txBox="1"/>
          <p:nvPr/>
        </p:nvSpPr>
        <p:spPr>
          <a:xfrm>
            <a:off x="204860" y="359811"/>
            <a:ext cx="9960077" cy="646331"/>
          </a:xfrm>
          <a:prstGeom prst="rect">
            <a:avLst/>
          </a:prstGeom>
          <a:noFill/>
        </p:spPr>
        <p:txBody>
          <a:bodyPr wrap="square" rtlCol="0">
            <a:spAutoFit/>
          </a:bodyPr>
          <a:lstStyle/>
          <a:p>
            <a:pPr algn="ctr"/>
            <a:endParaRPr lang="en-US" dirty="0"/>
          </a:p>
          <a:p>
            <a:pPr algn="ctr"/>
            <a:endParaRPr lang="en-US" dirty="0"/>
          </a:p>
        </p:txBody>
      </p:sp>
      <p:sp>
        <p:nvSpPr>
          <p:cNvPr id="9" name="TextBox 8">
            <a:extLst>
              <a:ext uri="{FF2B5EF4-FFF2-40B4-BE49-F238E27FC236}">
                <a16:creationId xmlns:a16="http://schemas.microsoft.com/office/drawing/2014/main" id="{4573187B-AA33-B097-E903-A44BA35F71C1}"/>
              </a:ext>
            </a:extLst>
          </p:cNvPr>
          <p:cNvSpPr txBox="1"/>
          <p:nvPr/>
        </p:nvSpPr>
        <p:spPr>
          <a:xfrm>
            <a:off x="482278" y="906420"/>
            <a:ext cx="11227443" cy="5355312"/>
          </a:xfrm>
          <a:prstGeom prst="rect">
            <a:avLst/>
          </a:prstGeom>
          <a:noFill/>
        </p:spPr>
        <p:txBody>
          <a:bodyPr wrap="square" rtlCol="0">
            <a:spAutoFit/>
          </a:bodyPr>
          <a:lstStyle/>
          <a:p>
            <a:r>
              <a:rPr lang="en-US" b="1" dirty="0"/>
              <a:t>Text Preprocessing</a:t>
            </a:r>
            <a:r>
              <a:rPr lang="en-US" dirty="0"/>
              <a:t> </a:t>
            </a:r>
          </a:p>
          <a:p>
            <a:pPr lvl="1"/>
            <a:r>
              <a:rPr lang="en-US" dirty="0"/>
              <a:t>Tokenization, stop-word removal, stemming, and lemmatization are applied to plot summaries, movie overviews, or reviews. </a:t>
            </a:r>
          </a:p>
          <a:p>
            <a:r>
              <a:rPr lang="en-US" b="1" dirty="0"/>
              <a:t>Feature Extraction (NLP-Based)</a:t>
            </a:r>
            <a:r>
              <a:rPr lang="en-US" dirty="0"/>
              <a:t> </a:t>
            </a:r>
          </a:p>
          <a:p>
            <a:pPr lvl="1"/>
            <a:r>
              <a:rPr lang="en-US" dirty="0"/>
              <a:t>Movie text is converted into numerical form using models such as: </a:t>
            </a:r>
          </a:p>
          <a:p>
            <a:pPr lvl="2"/>
            <a:r>
              <a:rPr lang="en-US" b="1" dirty="0"/>
              <a:t>TF-IDF (Term Frequency–Inverse Document Frequency)</a:t>
            </a:r>
            <a:r>
              <a:rPr lang="en-US" dirty="0"/>
              <a:t> </a:t>
            </a:r>
          </a:p>
          <a:p>
            <a:pPr lvl="2"/>
            <a:r>
              <a:rPr lang="en-US" b="1" dirty="0"/>
              <a:t>Bag-of-Words (BoW)</a:t>
            </a:r>
            <a:r>
              <a:rPr lang="en-US" dirty="0"/>
              <a:t> </a:t>
            </a:r>
          </a:p>
          <a:p>
            <a:pPr lvl="2"/>
            <a:r>
              <a:rPr lang="en-US" b="1" dirty="0"/>
              <a:t>Word2Vec / GloVe embeddings</a:t>
            </a:r>
            <a:r>
              <a:rPr lang="en-US" dirty="0"/>
              <a:t> </a:t>
            </a:r>
          </a:p>
          <a:p>
            <a:pPr lvl="2"/>
            <a:r>
              <a:rPr lang="en-US" b="1" dirty="0"/>
              <a:t>Doc2Vec</a:t>
            </a:r>
            <a:r>
              <a:rPr lang="en-US" dirty="0"/>
              <a:t> </a:t>
            </a:r>
          </a:p>
          <a:p>
            <a:pPr lvl="2"/>
            <a:r>
              <a:rPr lang="en-US" b="1" dirty="0"/>
              <a:t>BERT / Transformer embeddings</a:t>
            </a:r>
            <a:r>
              <a:rPr lang="en-US" dirty="0"/>
              <a:t> (in modern systems) </a:t>
            </a:r>
          </a:p>
          <a:p>
            <a:r>
              <a:rPr lang="en-US" b="1" dirty="0"/>
              <a:t>Similarity Calculation</a:t>
            </a:r>
            <a:r>
              <a:rPr lang="en-US" dirty="0"/>
              <a:t> </a:t>
            </a:r>
          </a:p>
          <a:p>
            <a:pPr lvl="1"/>
            <a:r>
              <a:rPr lang="en-US" dirty="0"/>
              <a:t>Movies are compared using similarity measures such as: </a:t>
            </a:r>
          </a:p>
          <a:p>
            <a:pPr lvl="2"/>
            <a:r>
              <a:rPr lang="en-US" b="1" dirty="0"/>
              <a:t>Cosine Similarity</a:t>
            </a:r>
            <a:r>
              <a:rPr lang="en-US" dirty="0"/>
              <a:t> </a:t>
            </a:r>
          </a:p>
          <a:p>
            <a:pPr lvl="2"/>
            <a:r>
              <a:rPr lang="en-US" dirty="0"/>
              <a:t>Euclidean Distance </a:t>
            </a:r>
          </a:p>
          <a:p>
            <a:pPr lvl="2"/>
            <a:r>
              <a:rPr lang="en-US" dirty="0"/>
              <a:t>Dot Product </a:t>
            </a:r>
          </a:p>
          <a:p>
            <a:pPr lvl="1"/>
            <a:r>
              <a:rPr lang="en-US" dirty="0"/>
              <a:t>The system finds movies whose text descriptions are most similar to the input movie. </a:t>
            </a:r>
          </a:p>
          <a:p>
            <a:r>
              <a:rPr lang="en-US" b="1" dirty="0"/>
              <a:t>Recommendation Generation</a:t>
            </a:r>
            <a:r>
              <a:rPr lang="en-US" dirty="0"/>
              <a:t> </a:t>
            </a:r>
          </a:p>
          <a:p>
            <a:pPr lvl="1"/>
            <a:r>
              <a:rPr lang="en-US" dirty="0"/>
              <a:t>Based on textual similarity, the system retrieves and displays the </a:t>
            </a:r>
            <a:r>
              <a:rPr lang="en-US" b="1" dirty="0"/>
              <a:t>top-N similar movies</a:t>
            </a:r>
            <a:r>
              <a:rPr lang="en-US" dirty="0"/>
              <a:t> to the user. </a:t>
            </a:r>
          </a:p>
          <a:p>
            <a:endParaRPr lang="en-IN" dirty="0"/>
          </a:p>
        </p:txBody>
      </p:sp>
    </p:spTree>
    <p:extLst>
      <p:ext uri="{BB962C8B-B14F-4D97-AF65-F5344CB8AC3E}">
        <p14:creationId xmlns:p14="http://schemas.microsoft.com/office/powerpoint/2010/main" val="342318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F75002-1152-E660-C08A-BBC6D93D1807}"/>
              </a:ext>
            </a:extLst>
          </p:cNvPr>
          <p:cNvSpPr txBox="1"/>
          <p:nvPr/>
        </p:nvSpPr>
        <p:spPr>
          <a:xfrm>
            <a:off x="562305" y="673790"/>
            <a:ext cx="3460954" cy="668593"/>
          </a:xfrm>
          <a:prstGeom prst="rect">
            <a:avLst/>
          </a:prstGeom>
          <a:noFill/>
        </p:spPr>
        <p:txBody>
          <a:bodyPr wrap="square" rtlCol="0">
            <a:spAutoFit/>
          </a:bodyPr>
          <a:lstStyle/>
          <a:p>
            <a:r>
              <a:rPr lang="en-US" dirty="0"/>
              <a:t>Proposed System:</a:t>
            </a:r>
          </a:p>
          <a:p>
            <a:endParaRPr lang="en-IN" dirty="0"/>
          </a:p>
        </p:txBody>
      </p:sp>
      <p:sp>
        <p:nvSpPr>
          <p:cNvPr id="3" name="TextBox 2">
            <a:extLst>
              <a:ext uri="{FF2B5EF4-FFF2-40B4-BE49-F238E27FC236}">
                <a16:creationId xmlns:a16="http://schemas.microsoft.com/office/drawing/2014/main" id="{D3BA386E-D2AA-0784-C157-524C52BE6A1F}"/>
              </a:ext>
            </a:extLst>
          </p:cNvPr>
          <p:cNvSpPr txBox="1"/>
          <p:nvPr/>
        </p:nvSpPr>
        <p:spPr>
          <a:xfrm>
            <a:off x="299882" y="212125"/>
            <a:ext cx="8858865" cy="646331"/>
          </a:xfrm>
          <a:prstGeom prst="rect">
            <a:avLst/>
          </a:prstGeom>
          <a:noFill/>
        </p:spPr>
        <p:txBody>
          <a:bodyPr wrap="square" rtlCol="0">
            <a:spAutoFit/>
          </a:bodyPr>
          <a:lstStyle/>
          <a:p>
            <a:endParaRPr lang="en-US" dirty="0"/>
          </a:p>
          <a:p>
            <a:endParaRPr lang="en-US" dirty="0"/>
          </a:p>
        </p:txBody>
      </p:sp>
      <p:sp>
        <p:nvSpPr>
          <p:cNvPr id="4" name="TextBox 3">
            <a:extLst>
              <a:ext uri="{FF2B5EF4-FFF2-40B4-BE49-F238E27FC236}">
                <a16:creationId xmlns:a16="http://schemas.microsoft.com/office/drawing/2014/main" id="{FEAD10FB-A889-1A37-9E06-FD2173C2C4A4}"/>
              </a:ext>
            </a:extLst>
          </p:cNvPr>
          <p:cNvSpPr txBox="1"/>
          <p:nvPr/>
        </p:nvSpPr>
        <p:spPr>
          <a:xfrm>
            <a:off x="1261641" y="1828800"/>
            <a:ext cx="10463514" cy="1477328"/>
          </a:xfrm>
          <a:prstGeom prst="rect">
            <a:avLst/>
          </a:prstGeom>
          <a:noFill/>
        </p:spPr>
        <p:txBody>
          <a:bodyPr wrap="square" rtlCol="0">
            <a:spAutoFit/>
          </a:bodyPr>
          <a:lstStyle/>
          <a:p>
            <a:r>
              <a:rPr lang="en-US" dirty="0"/>
              <a:t>The purpose of the proposed system is to create a movie recommendation framework that understands </a:t>
            </a:r>
            <a:r>
              <a:rPr lang="en-US" b="1" dirty="0"/>
              <a:t>what a movie is truly about</a:t>
            </a:r>
            <a:r>
              <a:rPr lang="en-US" dirty="0"/>
              <a:t>—its storyline, themes, emotions, and overall context—by processing its textual description. Using semantic embeddings and similarity techniques, the system finds the most logically and contextually related movies to the one selected by the user. This enables users to discover movies aligned with their narrative preferences, even without providing explicit ratings or watch history.</a:t>
            </a:r>
            <a:endParaRPr lang="en-IN" dirty="0"/>
          </a:p>
        </p:txBody>
      </p:sp>
    </p:spTree>
    <p:extLst>
      <p:ext uri="{BB962C8B-B14F-4D97-AF65-F5344CB8AC3E}">
        <p14:creationId xmlns:p14="http://schemas.microsoft.com/office/powerpoint/2010/main" val="3429221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0898B6-08E6-E08E-982B-B8895CFFB18F}"/>
              </a:ext>
            </a:extLst>
          </p:cNvPr>
          <p:cNvSpPr txBox="1"/>
          <p:nvPr/>
        </p:nvSpPr>
        <p:spPr>
          <a:xfrm>
            <a:off x="1023937" y="652289"/>
            <a:ext cx="6076709" cy="369332"/>
          </a:xfrm>
          <a:prstGeom prst="rect">
            <a:avLst/>
          </a:prstGeom>
          <a:noFill/>
        </p:spPr>
        <p:txBody>
          <a:bodyPr wrap="square" rtlCol="0">
            <a:spAutoFit/>
          </a:bodyPr>
          <a:lstStyle/>
          <a:p>
            <a:r>
              <a:rPr lang="en-IN" dirty="0"/>
              <a:t>Design Analysis</a:t>
            </a:r>
          </a:p>
        </p:txBody>
      </p:sp>
      <p:pic>
        <p:nvPicPr>
          <p:cNvPr id="5" name="Picture 4">
            <a:extLst>
              <a:ext uri="{FF2B5EF4-FFF2-40B4-BE49-F238E27FC236}">
                <a16:creationId xmlns:a16="http://schemas.microsoft.com/office/drawing/2014/main" id="{90C5D622-207D-CC6D-3DB5-45B89CC30991}"/>
              </a:ext>
            </a:extLst>
          </p:cNvPr>
          <p:cNvPicPr>
            <a:picLocks noChangeAspect="1"/>
          </p:cNvPicPr>
          <p:nvPr/>
        </p:nvPicPr>
        <p:blipFill>
          <a:blip r:embed="rId2"/>
          <a:stretch>
            <a:fillRect/>
          </a:stretch>
        </p:blipFill>
        <p:spPr>
          <a:xfrm>
            <a:off x="1023937" y="1948673"/>
            <a:ext cx="5768895" cy="4384360"/>
          </a:xfrm>
          <a:prstGeom prst="rect">
            <a:avLst/>
          </a:prstGeom>
        </p:spPr>
      </p:pic>
      <p:sp>
        <p:nvSpPr>
          <p:cNvPr id="9" name="TextBox 8">
            <a:extLst>
              <a:ext uri="{FF2B5EF4-FFF2-40B4-BE49-F238E27FC236}">
                <a16:creationId xmlns:a16="http://schemas.microsoft.com/office/drawing/2014/main" id="{CD348CA7-D36C-313D-F033-1702CEE3A813}"/>
              </a:ext>
            </a:extLst>
          </p:cNvPr>
          <p:cNvSpPr txBox="1"/>
          <p:nvPr/>
        </p:nvSpPr>
        <p:spPr>
          <a:xfrm>
            <a:off x="7546694" y="2581154"/>
            <a:ext cx="4224760" cy="3754874"/>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User Inputs Movie Title</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Backend Receives Input via API</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Movie Title is Matched in Dataset</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NLP Module Converts Movie Overviews to TF-IDF Vectors</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Similarity Engine Computes Cosine Similarity</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Top N Similar Movies Identified</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Results Returned to Frontend</a:t>
            </a:r>
            <a:r>
              <a:rPr lang="en-US" altLang="en-US" sz="2000" dirty="0">
                <a:latin typeface="Times New Roman" panose="02020603050405020304" pitchFamily="18" charset="0"/>
                <a:cs typeface="Times New Roman" panose="02020603050405020304" pitchFamily="18" charset="0"/>
              </a:rPr>
              <a:t> </a:t>
            </a:r>
          </a:p>
          <a:p>
            <a:pPr lvl="0" defTabSz="91440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Frontend Displays Recommended Movies</a:t>
            </a:r>
            <a:r>
              <a:rPr lang="en-US" altLang="en-US" sz="2000"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282114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3094"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309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098" name="Rectangle 3097">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E69A5FA-6883-7EF3-7132-B1EBEEBAFA54}"/>
              </a:ext>
            </a:extLst>
          </p:cNvPr>
          <p:cNvSpPr txBox="1"/>
          <p:nvPr/>
        </p:nvSpPr>
        <p:spPr>
          <a:xfrm>
            <a:off x="1126762" y="1227279"/>
            <a:ext cx="4328819" cy="2509213"/>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4800" cap="all">
                <a:latin typeface="+mj-lt"/>
                <a:ea typeface="+mj-ea"/>
                <a:cs typeface="+mj-cs"/>
              </a:rPr>
              <a:t>Architecture</a:t>
            </a:r>
          </a:p>
        </p:txBody>
      </p:sp>
      <p:pic>
        <p:nvPicPr>
          <p:cNvPr id="3100" name="Picture 3099">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3102" name="Picture 3101">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3074" name="Picture 2">
            <a:extLst>
              <a:ext uri="{FF2B5EF4-FFF2-40B4-BE49-F238E27FC236}">
                <a16:creationId xmlns:a16="http://schemas.microsoft.com/office/drawing/2014/main" id="{0154EEEA-EB66-6DDD-C4C7-61817244611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096000" y="1496643"/>
            <a:ext cx="5132324" cy="3646651"/>
          </a:xfrm>
          <a:prstGeom prst="rect">
            <a:avLst/>
          </a:prstGeom>
          <a:noFill/>
          <a:extLst>
            <a:ext uri="{909E8E84-426E-40DD-AFC4-6F175D3DCCD1}">
              <a14:hiddenFill xmlns:a14="http://schemas.microsoft.com/office/drawing/2010/main">
                <a:solidFill>
                  <a:srgbClr val="FFFFFF"/>
                </a:solidFill>
              </a14:hiddenFill>
            </a:ext>
          </a:extLst>
        </p:spPr>
      </p:pic>
      <p:pic>
        <p:nvPicPr>
          <p:cNvPr id="3104" name="Picture 3103">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Tree>
    <p:extLst>
      <p:ext uri="{BB962C8B-B14F-4D97-AF65-F5344CB8AC3E}">
        <p14:creationId xmlns:p14="http://schemas.microsoft.com/office/powerpoint/2010/main" val="148118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4103"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4104">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107" name="Rectangle 4106">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07BCC41-E0AE-35D4-7941-23511F7D1FF7}"/>
              </a:ext>
            </a:extLst>
          </p:cNvPr>
          <p:cNvSpPr txBox="1"/>
          <p:nvPr/>
        </p:nvSpPr>
        <p:spPr>
          <a:xfrm>
            <a:off x="276520" y="-621501"/>
            <a:ext cx="4328819" cy="2509213"/>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4800" cap="all" dirty="0">
                <a:latin typeface="+mj-lt"/>
                <a:ea typeface="+mj-ea"/>
                <a:cs typeface="+mj-cs"/>
              </a:rPr>
              <a:t>Working:</a:t>
            </a:r>
          </a:p>
        </p:txBody>
      </p:sp>
      <p:pic>
        <p:nvPicPr>
          <p:cNvPr id="4109" name="Picture 4108">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4111" name="Picture 4110">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4098" name="Picture 2">
            <a:extLst>
              <a:ext uri="{FF2B5EF4-FFF2-40B4-BE49-F238E27FC236}">
                <a16:creationId xmlns:a16="http://schemas.microsoft.com/office/drawing/2014/main" id="{6BD7E501-7535-E024-2053-8233993F5F98}"/>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70704" y="2402229"/>
            <a:ext cx="5132324" cy="2951085"/>
          </a:xfrm>
          <a:prstGeom prst="rect">
            <a:avLst/>
          </a:prstGeom>
          <a:noFill/>
          <a:extLst>
            <a:ext uri="{909E8E84-426E-40DD-AFC4-6F175D3DCCD1}">
              <a14:hiddenFill xmlns:a14="http://schemas.microsoft.com/office/drawing/2010/main">
                <a:solidFill>
                  <a:srgbClr val="FFFFFF"/>
                </a:solidFill>
              </a14:hiddenFill>
            </a:ext>
          </a:extLst>
        </p:spPr>
      </p:pic>
      <p:pic>
        <p:nvPicPr>
          <p:cNvPr id="4113" name="Picture 4112">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
        <p:nvSpPr>
          <p:cNvPr id="6" name="TextBox 5">
            <a:extLst>
              <a:ext uri="{FF2B5EF4-FFF2-40B4-BE49-F238E27FC236}">
                <a16:creationId xmlns:a16="http://schemas.microsoft.com/office/drawing/2014/main" id="{5642A8B0-8ACA-C9DB-8A41-78C36A9C21DA}"/>
              </a:ext>
            </a:extLst>
          </p:cNvPr>
          <p:cNvSpPr txBox="1"/>
          <p:nvPr/>
        </p:nvSpPr>
        <p:spPr>
          <a:xfrm>
            <a:off x="7267932" y="1846379"/>
            <a:ext cx="4075257" cy="3970318"/>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b="1" dirty="0">
                <a:latin typeface="Arial" panose="020B0604020202020204" pitchFamily="34" charset="0"/>
              </a:rPr>
              <a:t>User enters a movie title</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Frontend sends request to Flask backend</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Backend searches for the movie in dataset</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NLP processing using TF-IDF</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Cosine similarity computed with all movies</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Top similar movies selected</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Backend returns recommendations as JSON</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Frontend displays final recommended movies</a:t>
            </a:r>
            <a:r>
              <a:rPr lang="en-US" altLang="en-US" dirty="0">
                <a:latin typeface="Arial" panose="020B0604020202020204" pitchFamily="34" charset="0"/>
              </a:rPr>
              <a:t> </a:t>
            </a:r>
          </a:p>
          <a:p>
            <a:endParaRPr lang="en-IN" dirty="0"/>
          </a:p>
        </p:txBody>
      </p:sp>
    </p:spTree>
    <p:extLst>
      <p:ext uri="{BB962C8B-B14F-4D97-AF65-F5344CB8AC3E}">
        <p14:creationId xmlns:p14="http://schemas.microsoft.com/office/powerpoint/2010/main" val="347133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411EC1-CA5C-089D-F2E4-3F6A6BFE18BC}"/>
              </a:ext>
            </a:extLst>
          </p:cNvPr>
          <p:cNvSpPr txBox="1"/>
          <p:nvPr/>
        </p:nvSpPr>
        <p:spPr>
          <a:xfrm>
            <a:off x="993058" y="668594"/>
            <a:ext cx="7551174" cy="646331"/>
          </a:xfrm>
          <a:prstGeom prst="rect">
            <a:avLst/>
          </a:prstGeom>
          <a:noFill/>
        </p:spPr>
        <p:txBody>
          <a:bodyPr wrap="square" rtlCol="0">
            <a:spAutoFit/>
          </a:bodyPr>
          <a:lstStyle/>
          <a:p>
            <a:r>
              <a:rPr lang="en-US" dirty="0"/>
              <a:t>Technologies  Used:</a:t>
            </a:r>
          </a:p>
          <a:p>
            <a:endParaRPr lang="en-IN" dirty="0"/>
          </a:p>
        </p:txBody>
      </p:sp>
      <p:sp>
        <p:nvSpPr>
          <p:cNvPr id="3" name="TextBox 2">
            <a:extLst>
              <a:ext uri="{FF2B5EF4-FFF2-40B4-BE49-F238E27FC236}">
                <a16:creationId xmlns:a16="http://schemas.microsoft.com/office/drawing/2014/main" id="{37289ECA-90D7-E770-5624-652B9A6F954B}"/>
              </a:ext>
            </a:extLst>
          </p:cNvPr>
          <p:cNvSpPr txBox="1"/>
          <p:nvPr/>
        </p:nvSpPr>
        <p:spPr>
          <a:xfrm>
            <a:off x="1278193" y="1314925"/>
            <a:ext cx="8908026" cy="3693319"/>
          </a:xfrm>
          <a:prstGeom prst="rect">
            <a:avLst/>
          </a:prstGeom>
          <a:noFill/>
        </p:spPr>
        <p:txBody>
          <a:bodyPr wrap="square" rtlCol="0">
            <a:spAutoFit/>
          </a:bodyPr>
          <a:lstStyle/>
          <a:p>
            <a:pPr marL="285750" indent="-285750">
              <a:buFont typeface="Wingdings" panose="05000000000000000000" pitchFamily="2" charset="2"/>
              <a:buChar char="Ø"/>
            </a:pPr>
            <a:r>
              <a:rPr lang="en-IN" dirty="0"/>
              <a:t>Python – Core programming language for implementing the recommendation system.</a:t>
            </a:r>
          </a:p>
          <a:p>
            <a:endParaRPr lang="en-IN" dirty="0"/>
          </a:p>
          <a:p>
            <a:endParaRPr lang="en-IN" dirty="0"/>
          </a:p>
          <a:p>
            <a:pPr marL="285750" indent="-285750">
              <a:buFont typeface="Wingdings" panose="05000000000000000000" pitchFamily="2" charset="2"/>
              <a:buChar char="Ø"/>
            </a:pPr>
            <a:r>
              <a:rPr lang="en-IN" dirty="0"/>
              <a:t>Pandas &amp; NumPy – Used for data preprocessing and efficient data handling.</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NLTK / spaCy – Applied for Natural Language Processing tasks.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Scikit-learn – Used for TF-IDF vectorization and cosine similarity.</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err="1"/>
              <a:t>Jupyter</a:t>
            </a:r>
            <a:r>
              <a:rPr lang="en-IN" dirty="0"/>
              <a:t> Notebook – Used for development, testing, and visualization.</a:t>
            </a:r>
          </a:p>
        </p:txBody>
      </p:sp>
    </p:spTree>
    <p:extLst>
      <p:ext uri="{BB962C8B-B14F-4D97-AF65-F5344CB8AC3E}">
        <p14:creationId xmlns:p14="http://schemas.microsoft.com/office/powerpoint/2010/main" val="3055221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476E1-F1C2-68B5-8FAB-A3419C50D5DE}"/>
              </a:ext>
            </a:extLst>
          </p:cNvPr>
          <p:cNvSpPr txBox="1"/>
          <p:nvPr/>
        </p:nvSpPr>
        <p:spPr>
          <a:xfrm>
            <a:off x="373626" y="747874"/>
            <a:ext cx="8593393" cy="369332"/>
          </a:xfrm>
          <a:prstGeom prst="rect">
            <a:avLst/>
          </a:prstGeom>
          <a:noFill/>
        </p:spPr>
        <p:txBody>
          <a:bodyPr wrap="square" rtlCol="0">
            <a:spAutoFit/>
          </a:bodyPr>
          <a:lstStyle/>
          <a:p>
            <a:r>
              <a:rPr lang="en-IN" dirty="0"/>
              <a:t>Output Screens </a:t>
            </a:r>
          </a:p>
        </p:txBody>
      </p:sp>
      <p:pic>
        <p:nvPicPr>
          <p:cNvPr id="5" name="Picture 4">
            <a:extLst>
              <a:ext uri="{FF2B5EF4-FFF2-40B4-BE49-F238E27FC236}">
                <a16:creationId xmlns:a16="http://schemas.microsoft.com/office/drawing/2014/main" id="{F10206D6-BEF5-D208-18DD-8F64F59F7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5105" y="1210872"/>
            <a:ext cx="6698506" cy="5259376"/>
          </a:xfrm>
          <a:prstGeom prst="rect">
            <a:avLst/>
          </a:prstGeom>
        </p:spPr>
      </p:pic>
    </p:spTree>
    <p:extLst>
      <p:ext uri="{BB962C8B-B14F-4D97-AF65-F5344CB8AC3E}">
        <p14:creationId xmlns:p14="http://schemas.microsoft.com/office/powerpoint/2010/main" val="1798928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0BA97F-0B9E-9B8E-29AD-563F89FD766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2578" b="15836"/>
          <a:stretch>
            <a:fillRect/>
          </a:stretch>
        </p:blipFill>
        <p:spPr>
          <a:xfrm>
            <a:off x="781811" y="832584"/>
            <a:ext cx="10628376" cy="5440003"/>
          </a:xfrm>
          <a:prstGeom prst="rect">
            <a:avLst/>
          </a:prstGeom>
        </p:spPr>
      </p:pic>
    </p:spTree>
    <p:extLst>
      <p:ext uri="{BB962C8B-B14F-4D97-AF65-F5344CB8AC3E}">
        <p14:creationId xmlns:p14="http://schemas.microsoft.com/office/powerpoint/2010/main" val="90871948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193</TotalTime>
  <Words>737</Words>
  <Application>Microsoft Office PowerPoint</Application>
  <PresentationFormat>Widescreen</PresentationFormat>
  <Paragraphs>88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Tw Cen MT</vt:lpstr>
      <vt:lpstr>Wingdings</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bikki</dc:creator>
  <cp:lastModifiedBy>vishnu bikki</cp:lastModifiedBy>
  <cp:revision>2</cp:revision>
  <dcterms:created xsi:type="dcterms:W3CDTF">2026-02-06T11:29:19Z</dcterms:created>
  <dcterms:modified xsi:type="dcterms:W3CDTF">2026-04-06T10:39:21Z</dcterms:modified>
</cp:coreProperties>
</file>