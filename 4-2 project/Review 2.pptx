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4"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C12FA7-213B-4559-9736-21627E1D246E}" v="5" dt="2026-03-18T07:37:03.4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nu bikki" userId="74c8e181aac439b3" providerId="LiveId" clId="{843138A2-289F-49A6-B35F-2E6264473CCF}"/>
    <pc:docChg chg="undo custSel modSld">
      <pc:chgData name="vishnu bikki" userId="74c8e181aac439b3" providerId="LiveId" clId="{843138A2-289F-49A6-B35F-2E6264473CCF}" dt="2026-03-18T08:23:35.503" v="537" actId="2711"/>
      <pc:docMkLst>
        <pc:docMk/>
      </pc:docMkLst>
      <pc:sldChg chg="addSp delSp modSp mod">
        <pc:chgData name="vishnu bikki" userId="74c8e181aac439b3" providerId="LiveId" clId="{843138A2-289F-49A6-B35F-2E6264473CCF}" dt="2026-03-18T08:23:35.503" v="537" actId="2711"/>
        <pc:sldMkLst>
          <pc:docMk/>
          <pc:sldMk cId="2447833303" sldId="256"/>
        </pc:sldMkLst>
        <pc:spChg chg="add del mod">
          <ac:chgData name="vishnu bikki" userId="74c8e181aac439b3" providerId="LiveId" clId="{843138A2-289F-49A6-B35F-2E6264473CCF}" dt="2026-03-17T06:17:18.953" v="233" actId="20577"/>
          <ac:spMkLst>
            <pc:docMk/>
            <pc:sldMk cId="2447833303" sldId="256"/>
            <ac:spMk id="2" creationId="{4E116690-5856-1B52-2AA0-CE4010D00242}"/>
          </ac:spMkLst>
        </pc:spChg>
        <pc:spChg chg="add del mod">
          <ac:chgData name="vishnu bikki" userId="74c8e181aac439b3" providerId="LiveId" clId="{843138A2-289F-49A6-B35F-2E6264473CCF}" dt="2026-03-17T06:17:14.214" v="230" actId="767"/>
          <ac:spMkLst>
            <pc:docMk/>
            <pc:sldMk cId="2447833303" sldId="256"/>
            <ac:spMk id="3" creationId="{D7E91D0D-AC9C-82CB-EB39-22A17FE2BEB8}"/>
          </ac:spMkLst>
        </pc:spChg>
        <pc:spChg chg="mod">
          <ac:chgData name="vishnu bikki" userId="74c8e181aac439b3" providerId="LiveId" clId="{843138A2-289F-49A6-B35F-2E6264473CCF}" dt="2026-03-18T08:22:56.458" v="533" actId="2711"/>
          <ac:spMkLst>
            <pc:docMk/>
            <pc:sldMk cId="2447833303" sldId="256"/>
            <ac:spMk id="4" creationId="{02E42F9D-8B39-6C6A-2DAA-4A4CB0B6EED4}"/>
          </ac:spMkLst>
        </pc:spChg>
        <pc:spChg chg="del mod">
          <ac:chgData name="vishnu bikki" userId="74c8e181aac439b3" providerId="LiveId" clId="{843138A2-289F-49A6-B35F-2E6264473CCF}" dt="2026-03-17T06:15:11.305" v="199" actId="478"/>
          <ac:spMkLst>
            <pc:docMk/>
            <pc:sldMk cId="2447833303" sldId="256"/>
            <ac:spMk id="5" creationId="{85D4D6E6-93BA-989B-BB0D-462B22A4133D}"/>
          </ac:spMkLst>
        </pc:spChg>
        <pc:spChg chg="add del mod">
          <ac:chgData name="vishnu bikki" userId="74c8e181aac439b3" providerId="LiveId" clId="{843138A2-289F-49A6-B35F-2E6264473CCF}" dt="2026-03-18T08:23:15.564" v="535" actId="2711"/>
          <ac:spMkLst>
            <pc:docMk/>
            <pc:sldMk cId="2447833303" sldId="256"/>
            <ac:spMk id="6" creationId="{40382F59-412C-2B4F-B7EC-DA2E4ABDF1E1}"/>
          </ac:spMkLst>
        </pc:spChg>
        <pc:spChg chg="add mod">
          <ac:chgData name="vishnu bikki" userId="74c8e181aac439b3" providerId="LiveId" clId="{843138A2-289F-49A6-B35F-2E6264473CCF}" dt="2026-03-18T08:23:07.209" v="534" actId="2711"/>
          <ac:spMkLst>
            <pc:docMk/>
            <pc:sldMk cId="2447833303" sldId="256"/>
            <ac:spMk id="7" creationId="{E853E826-7B7C-323F-7A68-890CE7CBA682}"/>
          </ac:spMkLst>
        </pc:spChg>
        <pc:spChg chg="mod">
          <ac:chgData name="vishnu bikki" userId="74c8e181aac439b3" providerId="LiveId" clId="{843138A2-289F-49A6-B35F-2E6264473CCF}" dt="2026-03-18T08:23:26.372" v="536" actId="2711"/>
          <ac:spMkLst>
            <pc:docMk/>
            <pc:sldMk cId="2447833303" sldId="256"/>
            <ac:spMk id="13" creationId="{446ACB17-034E-79C2-8E92-A34C9A3C4E98}"/>
          </ac:spMkLst>
        </pc:spChg>
        <pc:spChg chg="mod">
          <ac:chgData name="vishnu bikki" userId="74c8e181aac439b3" providerId="LiveId" clId="{843138A2-289F-49A6-B35F-2E6264473CCF}" dt="2026-03-18T08:23:35.503" v="537" actId="2711"/>
          <ac:spMkLst>
            <pc:docMk/>
            <pc:sldMk cId="2447833303" sldId="256"/>
            <ac:spMk id="14" creationId="{5BD7CAAE-0E2B-3B83-D773-EAFA78E1877B}"/>
          </ac:spMkLst>
        </pc:spChg>
      </pc:sldChg>
      <pc:sldChg chg="addSp delSp modSp mod">
        <pc:chgData name="vishnu bikki" userId="74c8e181aac439b3" providerId="LiveId" clId="{843138A2-289F-49A6-B35F-2E6264473CCF}" dt="2026-03-18T08:22:43.752" v="532" actId="2711"/>
        <pc:sldMkLst>
          <pc:docMk/>
          <pc:sldMk cId="169788500" sldId="257"/>
        </pc:sldMkLst>
        <pc:spChg chg="add mod">
          <ac:chgData name="vishnu bikki" userId="74c8e181aac439b3" providerId="LiveId" clId="{843138A2-289F-49A6-B35F-2E6264473CCF}" dt="2026-03-18T08:18:36.115" v="516" actId="2710"/>
          <ac:spMkLst>
            <pc:docMk/>
            <pc:sldMk cId="169788500" sldId="257"/>
            <ac:spMk id="2" creationId="{51F70A95-A039-5618-F1C2-FF25A743EEAA}"/>
          </ac:spMkLst>
        </pc:spChg>
        <pc:spChg chg="mod">
          <ac:chgData name="vishnu bikki" userId="74c8e181aac439b3" providerId="LiveId" clId="{843138A2-289F-49A6-B35F-2E6264473CCF}" dt="2026-03-18T08:22:43.752" v="532" actId="2711"/>
          <ac:spMkLst>
            <pc:docMk/>
            <pc:sldMk cId="169788500" sldId="257"/>
            <ac:spMk id="4" creationId="{5946A0FA-412F-CD76-3559-3202207D9A72}"/>
          </ac:spMkLst>
        </pc:spChg>
        <pc:spChg chg="del mod">
          <ac:chgData name="vishnu bikki" userId="74c8e181aac439b3" providerId="LiveId" clId="{843138A2-289F-49A6-B35F-2E6264473CCF}" dt="2026-03-18T06:37:38.806" v="442" actId="21"/>
          <ac:spMkLst>
            <pc:docMk/>
            <pc:sldMk cId="169788500" sldId="257"/>
            <ac:spMk id="5" creationId="{DA97ACD9-778D-4E4B-C4B7-CED3DD21B65F}"/>
          </ac:spMkLst>
        </pc:spChg>
      </pc:sldChg>
      <pc:sldChg chg="modSp mod">
        <pc:chgData name="vishnu bikki" userId="74c8e181aac439b3" providerId="LiveId" clId="{843138A2-289F-49A6-B35F-2E6264473CCF}" dt="2026-03-18T08:19:52.891" v="518" actId="2711"/>
        <pc:sldMkLst>
          <pc:docMk/>
          <pc:sldMk cId="2713050287" sldId="258"/>
        </pc:sldMkLst>
        <pc:spChg chg="mod">
          <ac:chgData name="vishnu bikki" userId="74c8e181aac439b3" providerId="LiveId" clId="{843138A2-289F-49A6-B35F-2E6264473CCF}" dt="2026-03-18T08:19:52.891" v="518" actId="2711"/>
          <ac:spMkLst>
            <pc:docMk/>
            <pc:sldMk cId="2713050287" sldId="258"/>
            <ac:spMk id="2" creationId="{68B2C30D-8408-EB95-4BF7-4D7F69B6BA7D}"/>
          </ac:spMkLst>
        </pc:spChg>
        <pc:spChg chg="mod">
          <ac:chgData name="vishnu bikki" userId="74c8e181aac439b3" providerId="LiveId" clId="{843138A2-289F-49A6-B35F-2E6264473CCF}" dt="2026-03-18T08:19:33.434" v="517" actId="2711"/>
          <ac:spMkLst>
            <pc:docMk/>
            <pc:sldMk cId="2713050287" sldId="258"/>
            <ac:spMk id="3" creationId="{8DC8AF0D-0BFC-13C7-FD41-6A9DF6EFF2D6}"/>
          </ac:spMkLst>
        </pc:spChg>
      </pc:sldChg>
      <pc:sldChg chg="modSp mod">
        <pc:chgData name="vishnu bikki" userId="74c8e181aac439b3" providerId="LiveId" clId="{843138A2-289F-49A6-B35F-2E6264473CCF}" dt="2026-03-18T08:20:56.373" v="521" actId="2711"/>
        <pc:sldMkLst>
          <pc:docMk/>
          <pc:sldMk cId="3423181816" sldId="259"/>
        </pc:sldMkLst>
        <pc:spChg chg="mod">
          <ac:chgData name="vishnu bikki" userId="74c8e181aac439b3" providerId="LiveId" clId="{843138A2-289F-49A6-B35F-2E6264473CCF}" dt="2026-03-18T08:20:45.975" v="520" actId="2711"/>
          <ac:spMkLst>
            <pc:docMk/>
            <pc:sldMk cId="3423181816" sldId="259"/>
            <ac:spMk id="2" creationId="{BEBF19CA-A13B-1035-BAC9-117A685A77A1}"/>
          </ac:spMkLst>
        </pc:spChg>
        <pc:spChg chg="mod">
          <ac:chgData name="vishnu bikki" userId="74c8e181aac439b3" providerId="LiveId" clId="{843138A2-289F-49A6-B35F-2E6264473CCF}" dt="2026-03-18T08:20:56.373" v="521" actId="2711"/>
          <ac:spMkLst>
            <pc:docMk/>
            <pc:sldMk cId="3423181816" sldId="259"/>
            <ac:spMk id="7" creationId="{B3853E60-C94D-A0B4-C0FF-1AD45E952EDF}"/>
          </ac:spMkLst>
        </pc:spChg>
      </pc:sldChg>
      <pc:sldChg chg="modSp mod">
        <pc:chgData name="vishnu bikki" userId="74c8e181aac439b3" providerId="LiveId" clId="{843138A2-289F-49A6-B35F-2E6264473CCF}" dt="2026-03-18T08:21:27.248" v="524" actId="2711"/>
        <pc:sldMkLst>
          <pc:docMk/>
          <pc:sldMk cId="3429221134" sldId="260"/>
        </pc:sldMkLst>
        <pc:spChg chg="mod">
          <ac:chgData name="vishnu bikki" userId="74c8e181aac439b3" providerId="LiveId" clId="{843138A2-289F-49A6-B35F-2E6264473CCF}" dt="2026-03-18T08:21:27.248" v="524" actId="2711"/>
          <ac:spMkLst>
            <pc:docMk/>
            <pc:sldMk cId="3429221134" sldId="260"/>
            <ac:spMk id="2" creationId="{EDF75002-1152-E660-C08A-BBC6D93D1807}"/>
          </ac:spMkLst>
        </pc:spChg>
        <pc:spChg chg="mod">
          <ac:chgData name="vishnu bikki" userId="74c8e181aac439b3" providerId="LiveId" clId="{843138A2-289F-49A6-B35F-2E6264473CCF}" dt="2026-03-18T08:21:12.466" v="522" actId="2711"/>
          <ac:spMkLst>
            <pc:docMk/>
            <pc:sldMk cId="3429221134" sldId="260"/>
            <ac:spMk id="4" creationId="{7BD6A118-BE43-0AC5-4B42-B7A1739B8CA3}"/>
          </ac:spMkLst>
        </pc:spChg>
        <pc:spChg chg="mod">
          <ac:chgData name="vishnu bikki" userId="74c8e181aac439b3" providerId="LiveId" clId="{843138A2-289F-49A6-B35F-2E6264473CCF}" dt="2026-03-18T08:21:18.814" v="523" actId="2711"/>
          <ac:spMkLst>
            <pc:docMk/>
            <pc:sldMk cId="3429221134" sldId="260"/>
            <ac:spMk id="8" creationId="{136D33AB-A8AB-0841-6F62-86327B2C44A0}"/>
          </ac:spMkLst>
        </pc:spChg>
        <pc:picChg chg="mod">
          <ac:chgData name="vishnu bikki" userId="74c8e181aac439b3" providerId="LiveId" clId="{843138A2-289F-49A6-B35F-2E6264473CCF}" dt="2026-03-18T07:38:41.619" v="500" actId="14100"/>
          <ac:picMkLst>
            <pc:docMk/>
            <pc:sldMk cId="3429221134" sldId="260"/>
            <ac:picMk id="7" creationId="{FDC0C86E-6DA2-B249-A1AD-5854D29398DF}"/>
          </ac:picMkLst>
        </pc:picChg>
      </pc:sldChg>
      <pc:sldChg chg="modSp mod">
        <pc:chgData name="vishnu bikki" userId="74c8e181aac439b3" providerId="LiveId" clId="{843138A2-289F-49A6-B35F-2E6264473CCF}" dt="2026-03-18T08:21:49.166" v="526" actId="2711"/>
        <pc:sldMkLst>
          <pc:docMk/>
          <pc:sldMk cId="3055221727" sldId="261"/>
        </pc:sldMkLst>
        <pc:spChg chg="mod">
          <ac:chgData name="vishnu bikki" userId="74c8e181aac439b3" providerId="LiveId" clId="{843138A2-289F-49A6-B35F-2E6264473CCF}" dt="2026-03-18T08:21:49.166" v="526" actId="2711"/>
          <ac:spMkLst>
            <pc:docMk/>
            <pc:sldMk cId="3055221727" sldId="261"/>
            <ac:spMk id="2" creationId="{F8411EC1-CA5C-089D-F2E4-3F6A6BFE18BC}"/>
          </ac:spMkLst>
        </pc:spChg>
        <pc:spChg chg="mod">
          <ac:chgData name="vishnu bikki" userId="74c8e181aac439b3" providerId="LiveId" clId="{843138A2-289F-49A6-B35F-2E6264473CCF}" dt="2026-03-18T08:21:41.913" v="525" actId="2711"/>
          <ac:spMkLst>
            <pc:docMk/>
            <pc:sldMk cId="3055221727" sldId="261"/>
            <ac:spMk id="3" creationId="{37289ECA-90D7-E770-5624-652B9A6F954B}"/>
          </ac:spMkLst>
        </pc:spChg>
      </pc:sldChg>
      <pc:sldChg chg="modSp mod">
        <pc:chgData name="vishnu bikki" userId="74c8e181aac439b3" providerId="LiveId" clId="{843138A2-289F-49A6-B35F-2E6264473CCF}" dt="2026-03-18T08:22:14.853" v="529" actId="2711"/>
        <pc:sldMkLst>
          <pc:docMk/>
          <pc:sldMk cId="1798928281" sldId="262"/>
        </pc:sldMkLst>
        <pc:spChg chg="mod">
          <ac:chgData name="vishnu bikki" userId="74c8e181aac439b3" providerId="LiveId" clId="{843138A2-289F-49A6-B35F-2E6264473CCF}" dt="2026-03-18T08:22:14.853" v="529" actId="2711"/>
          <ac:spMkLst>
            <pc:docMk/>
            <pc:sldMk cId="1798928281" sldId="262"/>
            <ac:spMk id="2" creationId="{57D794A2-4E69-A8F3-62CD-679C66C70B6D}"/>
          </ac:spMkLst>
        </pc:spChg>
        <pc:spChg chg="mod">
          <ac:chgData name="vishnu bikki" userId="74c8e181aac439b3" providerId="LiveId" clId="{843138A2-289F-49A6-B35F-2E6264473CCF}" dt="2026-03-18T08:22:06.746" v="528" actId="2711"/>
          <ac:spMkLst>
            <pc:docMk/>
            <pc:sldMk cId="1798928281" sldId="262"/>
            <ac:spMk id="6" creationId="{ADDB47B6-39C2-82EE-11F7-25C18C5612DF}"/>
          </ac:spMkLst>
        </pc:spChg>
      </pc:sldChg>
      <pc:sldChg chg="modSp mod">
        <pc:chgData name="vishnu bikki" userId="74c8e181aac439b3" providerId="LiveId" clId="{843138A2-289F-49A6-B35F-2E6264473CCF}" dt="2026-03-18T08:22:31.382" v="531" actId="2711"/>
        <pc:sldMkLst>
          <pc:docMk/>
          <pc:sldMk cId="499399309" sldId="264"/>
        </pc:sldMkLst>
        <pc:spChg chg="mod">
          <ac:chgData name="vishnu bikki" userId="74c8e181aac439b3" providerId="LiveId" clId="{843138A2-289F-49A6-B35F-2E6264473CCF}" dt="2026-03-18T08:22:31.382" v="531" actId="2711"/>
          <ac:spMkLst>
            <pc:docMk/>
            <pc:sldMk cId="499399309" sldId="264"/>
            <ac:spMk id="2" creationId="{15F63DD4-9720-31C3-8816-EFF51B2821F3}"/>
          </ac:spMkLst>
        </pc:spChg>
        <pc:spChg chg="mod">
          <ac:chgData name="vishnu bikki" userId="74c8e181aac439b3" providerId="LiveId" clId="{843138A2-289F-49A6-B35F-2E6264473CCF}" dt="2026-03-18T08:22:26.788" v="530" actId="2711"/>
          <ac:spMkLst>
            <pc:docMk/>
            <pc:sldMk cId="499399309" sldId="264"/>
            <ac:spMk id="3" creationId="{FF4F0E9A-D39F-3D48-5BC8-8808AF1CCE9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FB91C9-5C98-42ED-913D-2D2AF6740447}" type="datetimeFigureOut">
              <a:rPr lang="en-IN" smtClean="0"/>
              <a:t>18-03-2026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2261528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84FB91C9-5C98-42ED-913D-2D2AF6740447}" type="datetimeFigureOut">
              <a:rPr lang="en-IN" smtClean="0"/>
              <a:t>18-03-2026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4051732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FB91C9-5C98-42ED-913D-2D2AF6740447}" type="datetimeFigureOut">
              <a:rPr lang="en-IN" smtClean="0"/>
              <a:t>18-03-2026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734625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FB91C9-5C98-42ED-913D-2D2AF6740447}" type="datetimeFigureOut">
              <a:rPr lang="en-IN" smtClean="0"/>
              <a:t>18-03-2026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1549026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FB91C9-5C98-42ED-913D-2D2AF6740447}" type="datetimeFigureOut">
              <a:rPr lang="en-IN" smtClean="0"/>
              <a:t>18-03-2026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1381196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4FB91C9-5C98-42ED-913D-2D2AF6740447}" type="datetimeFigureOut">
              <a:rPr lang="en-IN" smtClean="0"/>
              <a:t>18-03-2026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3794576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4FB91C9-5C98-42ED-913D-2D2AF6740447}" type="datetimeFigureOut">
              <a:rPr lang="en-IN" smtClean="0"/>
              <a:t>18-03-2026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876699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4FB91C9-5C98-42ED-913D-2D2AF6740447}" type="datetimeFigureOut">
              <a:rPr lang="en-IN" smtClean="0"/>
              <a:t>18-03-2026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2868402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FB91C9-5C98-42ED-913D-2D2AF6740447}" type="datetimeFigureOut">
              <a:rPr lang="en-IN" smtClean="0"/>
              <a:t>18-03-2026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110518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FB91C9-5C98-42ED-913D-2D2AF6740447}" type="datetimeFigureOut">
              <a:rPr lang="en-IN" smtClean="0"/>
              <a:t>18-03-2026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2430617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4FB91C9-5C98-42ED-913D-2D2AF6740447}" type="datetimeFigureOut">
              <a:rPr lang="en-IN" smtClean="0"/>
              <a:t>18-03-2026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25096581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4FB91C9-5C98-42ED-913D-2D2AF6740447}" type="datetimeFigureOut">
              <a:rPr lang="en-IN" smtClean="0"/>
              <a:t>18-03-2026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7823140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FB91C9-5C98-42ED-913D-2D2AF6740447}" type="datetimeFigureOut">
              <a:rPr lang="en-IN" smtClean="0"/>
              <a:t>18-03-2026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30633132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4FB91C9-5C98-42ED-913D-2D2AF6740447}" type="datetimeFigureOut">
              <a:rPr lang="en-IN" smtClean="0"/>
              <a:t>18-03-2026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12178168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4FB91C9-5C98-42ED-913D-2D2AF6740447}" type="datetimeFigureOut">
              <a:rPr lang="en-IN" smtClean="0"/>
              <a:t>18-03-2026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25910769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FB91C9-5C98-42ED-913D-2D2AF6740447}" type="datetimeFigureOut">
              <a:rPr lang="en-IN" smtClean="0"/>
              <a:t>18-03-2026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35863925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FB91C9-5C98-42ED-913D-2D2AF6740447}" type="datetimeFigureOut">
              <a:rPr lang="en-IN" smtClean="0"/>
              <a:t>18-03-2026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6EB3D5-6F72-4364-9BD6-8F744D6091CF}" type="slidenum">
              <a:rPr lang="en-IN" smtClean="0"/>
              <a:t>‹#›</a:t>
            </a:fld>
            <a:endParaRPr lang="en-IN"/>
          </a:p>
        </p:txBody>
      </p:sp>
    </p:spTree>
    <p:extLst>
      <p:ext uri="{BB962C8B-B14F-4D97-AF65-F5344CB8AC3E}">
        <p14:creationId xmlns:p14="http://schemas.microsoft.com/office/powerpoint/2010/main" val="402737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4FB91C9-5C98-42ED-913D-2D2AF6740447}" type="datetimeFigureOut">
              <a:rPr lang="en-IN" smtClean="0"/>
              <a:t>18-03-2026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A6EB3D5-6F72-4364-9BD6-8F744D6091CF}" type="slidenum">
              <a:rPr lang="en-IN" smtClean="0"/>
              <a:t>‹#›</a:t>
            </a:fld>
            <a:endParaRPr lang="en-IN"/>
          </a:p>
        </p:txBody>
      </p:sp>
    </p:spTree>
    <p:extLst>
      <p:ext uri="{BB962C8B-B14F-4D97-AF65-F5344CB8AC3E}">
        <p14:creationId xmlns:p14="http://schemas.microsoft.com/office/powerpoint/2010/main" val="156687538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2E42F9D-8B39-6C6A-2DAA-4A4CB0B6EED4}"/>
              </a:ext>
            </a:extLst>
          </p:cNvPr>
          <p:cNvSpPr txBox="1"/>
          <p:nvPr/>
        </p:nvSpPr>
        <p:spPr>
          <a:xfrm>
            <a:off x="2566218" y="353961"/>
            <a:ext cx="7285703" cy="830997"/>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Movie Recommendation System: NLP-Based Recommender System</a:t>
            </a:r>
            <a:endParaRPr lang="en-IN"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0382F59-412C-2B4F-B7EC-DA2E4ABDF1E1}"/>
              </a:ext>
            </a:extLst>
          </p:cNvPr>
          <p:cNvSpPr txBox="1"/>
          <p:nvPr/>
        </p:nvSpPr>
        <p:spPr>
          <a:xfrm>
            <a:off x="2487562" y="3358681"/>
            <a:ext cx="6508956" cy="2585323"/>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Under the Guidance of </a:t>
            </a:r>
          </a:p>
          <a:p>
            <a:pPr algn="ctr"/>
            <a:r>
              <a:rPr lang="en-US" dirty="0">
                <a:latin typeface="Times New Roman" panose="02020603050405020304" pitchFamily="18" charset="0"/>
                <a:cs typeface="Times New Roman" panose="02020603050405020304" pitchFamily="18" charset="0"/>
              </a:rPr>
              <a:t>K SRINIVAS REDDY</a:t>
            </a:r>
          </a:p>
          <a:p>
            <a:pPr algn="ctr"/>
            <a:r>
              <a:rPr lang="en-US" dirty="0">
                <a:latin typeface="Times New Roman" panose="02020603050405020304" pitchFamily="18" charset="0"/>
                <a:cs typeface="Times New Roman" panose="02020603050405020304" pitchFamily="18" charset="0"/>
              </a:rPr>
              <a:t>ASST. PROFESSOR</a:t>
            </a:r>
          </a:p>
          <a:p>
            <a:pPr algn="ctr"/>
            <a:endParaRPr lang="en-US" dirty="0"/>
          </a:p>
          <a:p>
            <a:pPr algn="ctr"/>
            <a:endParaRPr lang="en-US" dirty="0"/>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endParaRPr lang="en-IN" dirty="0"/>
          </a:p>
        </p:txBody>
      </p:sp>
      <p:sp>
        <p:nvSpPr>
          <p:cNvPr id="13" name="TextBox 12">
            <a:extLst>
              <a:ext uri="{FF2B5EF4-FFF2-40B4-BE49-F238E27FC236}">
                <a16:creationId xmlns:a16="http://schemas.microsoft.com/office/drawing/2014/main" id="{446ACB17-034E-79C2-8E92-A34C9A3C4E98}"/>
              </a:ext>
            </a:extLst>
          </p:cNvPr>
          <p:cNvSpPr txBox="1"/>
          <p:nvPr/>
        </p:nvSpPr>
        <p:spPr>
          <a:xfrm>
            <a:off x="1449238" y="4386485"/>
            <a:ext cx="8255201" cy="642777"/>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Department of Computer Science &amp; Engineering</a:t>
            </a:r>
          </a:p>
          <a:p>
            <a:pPr algn="ctr"/>
            <a:endParaRPr lang="en-IN" dirty="0"/>
          </a:p>
        </p:txBody>
      </p:sp>
      <p:sp>
        <p:nvSpPr>
          <p:cNvPr id="14" name="TextBox 13">
            <a:extLst>
              <a:ext uri="{FF2B5EF4-FFF2-40B4-BE49-F238E27FC236}">
                <a16:creationId xmlns:a16="http://schemas.microsoft.com/office/drawing/2014/main" id="{5BD7CAAE-0E2B-3B83-D773-EAFA78E1877B}"/>
              </a:ext>
            </a:extLst>
          </p:cNvPr>
          <p:cNvSpPr txBox="1"/>
          <p:nvPr/>
        </p:nvSpPr>
        <p:spPr>
          <a:xfrm>
            <a:off x="1035170" y="4935793"/>
            <a:ext cx="9141217" cy="1477328"/>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KITS AKSHAR INSTITUTE OF TECHNOLOGY</a:t>
            </a:r>
          </a:p>
          <a:p>
            <a:pPr algn="ctr"/>
            <a:r>
              <a:rPr lang="en-US" dirty="0">
                <a:latin typeface="Times New Roman" panose="02020603050405020304" pitchFamily="18" charset="0"/>
                <a:cs typeface="Times New Roman" panose="02020603050405020304" pitchFamily="18" charset="0"/>
              </a:rPr>
              <a:t>Affiliated to JNTU Kakinada</a:t>
            </a:r>
          </a:p>
          <a:p>
            <a:pPr algn="ctr"/>
            <a:r>
              <a:rPr lang="en-US" dirty="0">
                <a:latin typeface="Times New Roman" panose="02020603050405020304" pitchFamily="18" charset="0"/>
                <a:cs typeface="Times New Roman" panose="02020603050405020304" pitchFamily="18" charset="0"/>
              </a:rPr>
              <a:t>2025-26</a:t>
            </a:r>
          </a:p>
          <a:p>
            <a:endParaRPr lang="en-US" dirty="0"/>
          </a:p>
          <a:p>
            <a:endParaRPr lang="en-IN" dirty="0"/>
          </a:p>
        </p:txBody>
      </p:sp>
      <p:sp>
        <p:nvSpPr>
          <p:cNvPr id="7" name="TextBox 6">
            <a:extLst>
              <a:ext uri="{FF2B5EF4-FFF2-40B4-BE49-F238E27FC236}">
                <a16:creationId xmlns:a16="http://schemas.microsoft.com/office/drawing/2014/main" id="{E853E826-7B7C-323F-7A68-890CE7CBA682}"/>
              </a:ext>
            </a:extLst>
          </p:cNvPr>
          <p:cNvSpPr txBox="1"/>
          <p:nvPr/>
        </p:nvSpPr>
        <p:spPr>
          <a:xfrm>
            <a:off x="3706761" y="1378211"/>
            <a:ext cx="5093109" cy="1477328"/>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               Submitted By:</a:t>
            </a:r>
          </a:p>
          <a:p>
            <a:r>
              <a:rPr lang="en-IN" dirty="0">
                <a:latin typeface="Times New Roman" panose="02020603050405020304" pitchFamily="18" charset="0"/>
                <a:cs typeface="Times New Roman" panose="02020603050405020304" pitchFamily="18" charset="0"/>
              </a:rPr>
              <a:t>22JK1A0543 - KAITEPALLI  NAGARAJU</a:t>
            </a:r>
          </a:p>
          <a:p>
            <a:r>
              <a:rPr lang="en-IN" dirty="0">
                <a:latin typeface="Times New Roman" panose="02020603050405020304" pitchFamily="18" charset="0"/>
                <a:cs typeface="Times New Roman" panose="02020603050405020304" pitchFamily="18" charset="0"/>
              </a:rPr>
              <a:t>22JK1A0527 - BATTULA VISHNU</a:t>
            </a:r>
          </a:p>
          <a:p>
            <a:r>
              <a:rPr lang="en-IN" dirty="0">
                <a:latin typeface="Times New Roman" panose="02020603050405020304" pitchFamily="18" charset="0"/>
                <a:cs typeface="Times New Roman" panose="02020603050405020304" pitchFamily="18" charset="0"/>
              </a:rPr>
              <a:t>22JK1A0528 - BIKKI VISHNU VARDHAN</a:t>
            </a:r>
          </a:p>
          <a:p>
            <a:r>
              <a:rPr lang="en-IN" dirty="0">
                <a:latin typeface="Times New Roman" panose="02020603050405020304" pitchFamily="18" charset="0"/>
                <a:cs typeface="Times New Roman" panose="02020603050405020304" pitchFamily="18" charset="0"/>
              </a:rPr>
              <a:t>22JK1A0529 – BOJJANKULA RAHUL SAI</a:t>
            </a:r>
          </a:p>
        </p:txBody>
      </p:sp>
    </p:spTree>
    <p:extLst>
      <p:ext uri="{BB962C8B-B14F-4D97-AF65-F5344CB8AC3E}">
        <p14:creationId xmlns:p14="http://schemas.microsoft.com/office/powerpoint/2010/main" val="2447833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46A0FA-412F-CD76-3559-3202207D9A72}"/>
              </a:ext>
            </a:extLst>
          </p:cNvPr>
          <p:cNvSpPr txBox="1"/>
          <p:nvPr/>
        </p:nvSpPr>
        <p:spPr>
          <a:xfrm>
            <a:off x="619648" y="1134867"/>
            <a:ext cx="4277033"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Abstract</a:t>
            </a:r>
          </a:p>
          <a:p>
            <a:endParaRPr lang="en-IN" sz="2000" dirty="0"/>
          </a:p>
        </p:txBody>
      </p:sp>
      <p:sp>
        <p:nvSpPr>
          <p:cNvPr id="2" name="TextBox 1">
            <a:extLst>
              <a:ext uri="{FF2B5EF4-FFF2-40B4-BE49-F238E27FC236}">
                <a16:creationId xmlns:a16="http://schemas.microsoft.com/office/drawing/2014/main" id="{51F70A95-A039-5618-F1C2-FF25A743EEAA}"/>
              </a:ext>
            </a:extLst>
          </p:cNvPr>
          <p:cNvSpPr txBox="1"/>
          <p:nvPr/>
        </p:nvSpPr>
        <p:spPr>
          <a:xfrm>
            <a:off x="619648" y="1842753"/>
            <a:ext cx="10952704" cy="2120068"/>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The Movie Recommendation System helps users find movies they like. It gives suggestions based on user interests. Nowadays, there are many movies, so choosing one is difficult This system makes it easy to select a movie. It looks at movie type and user likes. Then it suggests similar movies. It helps users find new and interesting movies. It saves time by reducing searching effort . It improves user experience by giving better suggestions. It is helpful for all types of users. It makes movie selection simple and quick .Overall , it is a simple and useful system for movie suggestions.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78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B2C30D-8408-EB95-4BF7-4D7F69B6BA7D}"/>
              </a:ext>
            </a:extLst>
          </p:cNvPr>
          <p:cNvSpPr txBox="1"/>
          <p:nvPr/>
        </p:nvSpPr>
        <p:spPr>
          <a:xfrm>
            <a:off x="535858" y="648531"/>
            <a:ext cx="4591664"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Objectives</a:t>
            </a:r>
            <a:r>
              <a:rPr lang="en-US" b="1" dirty="0"/>
              <a:t>:</a:t>
            </a:r>
          </a:p>
          <a:p>
            <a:endParaRPr lang="en-IN" b="1" dirty="0"/>
          </a:p>
        </p:txBody>
      </p:sp>
      <p:sp>
        <p:nvSpPr>
          <p:cNvPr id="3" name="TextBox 2">
            <a:extLst>
              <a:ext uri="{FF2B5EF4-FFF2-40B4-BE49-F238E27FC236}">
                <a16:creationId xmlns:a16="http://schemas.microsoft.com/office/drawing/2014/main" id="{8DC8AF0D-0BFC-13C7-FD41-6A9DF6EFF2D6}"/>
              </a:ext>
            </a:extLst>
          </p:cNvPr>
          <p:cNvSpPr txBox="1"/>
          <p:nvPr/>
        </p:nvSpPr>
        <p:spPr>
          <a:xfrm>
            <a:off x="616246" y="1408155"/>
            <a:ext cx="11120284" cy="480131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main objective of this project is to develop an NLP-based movie recommendation system that suggests movies based on their content. The system analyzes movie descriptions and genres using Natural Language Processing techniques. It uses TF-IDF and the K-Nearest Neighbors algorithm to identify similar movies and provide accurate recommendations to users.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Objectives of the Project:</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Develop Recommendation System:</a:t>
            </a:r>
          </a:p>
          <a:p>
            <a:r>
              <a:rPr lang="en-US" dirty="0">
                <a:latin typeface="Times New Roman" panose="02020603050405020304" pitchFamily="18" charset="0"/>
                <a:cs typeface="Times New Roman" panose="02020603050405020304" pitchFamily="18" charset="0"/>
              </a:rPr>
              <a:t>To develop a movie recommendation system that suggests movies based on user interests.</a:t>
            </a:r>
          </a:p>
          <a:p>
            <a:r>
              <a:rPr lang="en-US" b="1" dirty="0">
                <a:latin typeface="Times New Roman" panose="02020603050405020304" pitchFamily="18" charset="0"/>
                <a:cs typeface="Times New Roman" panose="02020603050405020304" pitchFamily="18" charset="0"/>
              </a:rPr>
              <a:t>Apply NLP Techniques:</a:t>
            </a:r>
          </a:p>
          <a:p>
            <a:r>
              <a:rPr lang="en-US" dirty="0">
                <a:latin typeface="Times New Roman" panose="02020603050405020304" pitchFamily="18" charset="0"/>
                <a:cs typeface="Times New Roman" panose="02020603050405020304" pitchFamily="18" charset="0"/>
              </a:rPr>
              <a:t>To apply Natural Language Processing techniques to analyze movie descriptions and genres.</a:t>
            </a:r>
          </a:p>
          <a:p>
            <a:r>
              <a:rPr lang="en-US" b="1" dirty="0">
                <a:latin typeface="Times New Roman" panose="02020603050405020304" pitchFamily="18" charset="0"/>
                <a:cs typeface="Times New Roman" panose="02020603050405020304" pitchFamily="18" charset="0"/>
              </a:rPr>
              <a:t>Text Feature Extraction:</a:t>
            </a:r>
          </a:p>
          <a:p>
            <a:r>
              <a:rPr lang="en-US" dirty="0">
                <a:latin typeface="Times New Roman" panose="02020603050405020304" pitchFamily="18" charset="0"/>
                <a:cs typeface="Times New Roman" panose="02020603050405020304" pitchFamily="18" charset="0"/>
              </a:rPr>
              <a:t>To </a:t>
            </a:r>
            <a:r>
              <a:rPr lang="en-US" b="1" dirty="0">
                <a:latin typeface="Times New Roman" panose="02020603050405020304" pitchFamily="18" charset="0"/>
                <a:cs typeface="Times New Roman" panose="02020603050405020304" pitchFamily="18" charset="0"/>
              </a:rPr>
              <a:t>convert movie textual data into numerical features using the TF-IDF method.</a:t>
            </a:r>
          </a:p>
          <a:p>
            <a:r>
              <a:rPr lang="en-US" b="1" dirty="0">
                <a:latin typeface="Times New Roman" panose="02020603050405020304" pitchFamily="18" charset="0"/>
                <a:cs typeface="Times New Roman" panose="02020603050405020304" pitchFamily="18" charset="0"/>
              </a:rPr>
              <a:t>Similarity Based Recommendation:</a:t>
            </a:r>
          </a:p>
          <a:p>
            <a:r>
              <a:rPr lang="en-US" dirty="0">
                <a:latin typeface="Times New Roman" panose="02020603050405020304" pitchFamily="18" charset="0"/>
                <a:cs typeface="Times New Roman" panose="02020603050405020304" pitchFamily="18" charset="0"/>
              </a:rPr>
              <a:t>To implement the K-Nearest Neighbors (KNN) algorithm to recommend similar movies.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3050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BF19CA-A13B-1035-BAC9-117A685A77A1}"/>
              </a:ext>
            </a:extLst>
          </p:cNvPr>
          <p:cNvSpPr txBox="1"/>
          <p:nvPr/>
        </p:nvSpPr>
        <p:spPr>
          <a:xfrm>
            <a:off x="678427" y="216762"/>
            <a:ext cx="473914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Literature Survey:</a:t>
            </a:r>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6BB7E85-54BC-B612-6E17-794627953CAD}"/>
              </a:ext>
            </a:extLst>
          </p:cNvPr>
          <p:cNvSpPr txBox="1"/>
          <p:nvPr/>
        </p:nvSpPr>
        <p:spPr>
          <a:xfrm>
            <a:off x="934065" y="1170039"/>
            <a:ext cx="9960077" cy="369332"/>
          </a:xfrm>
          <a:prstGeom prst="rect">
            <a:avLst/>
          </a:prstGeom>
          <a:noFill/>
        </p:spPr>
        <p:txBody>
          <a:bodyPr wrap="square" rtlCol="0">
            <a:spAutoFit/>
          </a:bodyPr>
          <a:lstStyle/>
          <a:p>
            <a:pPr algn="ctr"/>
            <a:endParaRPr lang="en-IN" dirty="0"/>
          </a:p>
        </p:txBody>
      </p:sp>
      <p:sp>
        <p:nvSpPr>
          <p:cNvPr id="7" name="TextBox 6">
            <a:extLst>
              <a:ext uri="{FF2B5EF4-FFF2-40B4-BE49-F238E27FC236}">
                <a16:creationId xmlns:a16="http://schemas.microsoft.com/office/drawing/2014/main" id="{B3853E60-C94D-A0B4-C0FF-1AD45E952EDF}"/>
              </a:ext>
            </a:extLst>
          </p:cNvPr>
          <p:cNvSpPr txBox="1"/>
          <p:nvPr/>
        </p:nvSpPr>
        <p:spPr>
          <a:xfrm>
            <a:off x="678427" y="784434"/>
            <a:ext cx="10726994" cy="5078313"/>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International Journal of Advanced Computer Science and Applications, 2023, 14(2), doi:10.14569/IJACSA.2023.0140212 </a:t>
            </a:r>
          </a:p>
          <a:p>
            <a:r>
              <a:rPr lang="en-US" dirty="0">
                <a:latin typeface="Times New Roman" panose="02020603050405020304" pitchFamily="18" charset="0"/>
                <a:cs typeface="Times New Roman" panose="02020603050405020304" pitchFamily="18" charset="0"/>
              </a:rPr>
              <a:t>This work is licensed under a Creative Commons Attribution 4.0 International License.</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Movie Recommendation System Using Machine Learning and Natural Language Processing</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 Kumar,  R. Sharma, and P. Gupta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Department of Computer Science, Indian Institute of Technology, India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Abstract</a:t>
            </a:r>
          </a:p>
          <a:p>
            <a:r>
              <a:rPr lang="en-US" dirty="0">
                <a:latin typeface="Times New Roman" panose="02020603050405020304" pitchFamily="18" charset="0"/>
                <a:cs typeface="Times New Roman" panose="02020603050405020304" pitchFamily="18" charset="0"/>
              </a:rPr>
              <a:t>Wit the rapid growth of online streaming platforms, users are often overwhelmed by the large number of movies available. Movie recommendation systems help users discover relevant movies based on their preferences. This research focuses on developing a movie recommendation system using Natural Language Processing (NLP) and machine learning techniques. The system analyzes movie descriptions, genres, and metadata to understand the similarity between movies. Techniques such as text preprocessing, TF-IDF vectorization, and cosine similarity are used to convert textual information into numerical features and calculate similarity scores. The proposed model helps users receive personalized movie recommendations based on their interests and previously liked movies</a:t>
            </a:r>
          </a:p>
        </p:txBody>
      </p:sp>
    </p:spTree>
    <p:extLst>
      <p:ext uri="{BB962C8B-B14F-4D97-AF65-F5344CB8AC3E}">
        <p14:creationId xmlns:p14="http://schemas.microsoft.com/office/powerpoint/2010/main" val="3423181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F75002-1152-E660-C08A-BBC6D93D1807}"/>
              </a:ext>
            </a:extLst>
          </p:cNvPr>
          <p:cNvSpPr txBox="1"/>
          <p:nvPr/>
        </p:nvSpPr>
        <p:spPr>
          <a:xfrm>
            <a:off x="993058" y="644013"/>
            <a:ext cx="3460954" cy="668593"/>
          </a:xfrm>
          <a:prstGeom prst="rect">
            <a:avLst/>
          </a:prstGeom>
          <a:noFill/>
        </p:spPr>
        <p:txBody>
          <a:bodyPr wrap="square" rtlCol="0">
            <a:spAutoFit/>
          </a:bodyPr>
          <a:lstStyle/>
          <a:p>
            <a:r>
              <a:rPr lang="en-US" b="1" dirty="0"/>
              <a:t> </a:t>
            </a:r>
            <a:r>
              <a:rPr lang="en-US" b="1" dirty="0">
                <a:latin typeface="Times New Roman" panose="02020603050405020304" pitchFamily="18" charset="0"/>
                <a:cs typeface="Times New Roman" panose="02020603050405020304" pitchFamily="18" charset="0"/>
              </a:rPr>
              <a:t>System Analysis </a:t>
            </a:r>
            <a:r>
              <a:rPr lang="en-US" dirty="0"/>
              <a:t>:</a:t>
            </a:r>
          </a:p>
          <a:p>
            <a:endParaRPr lang="en-IN" dirty="0"/>
          </a:p>
        </p:txBody>
      </p:sp>
      <p:sp>
        <p:nvSpPr>
          <p:cNvPr id="4" name="TextBox 3">
            <a:extLst>
              <a:ext uri="{FF2B5EF4-FFF2-40B4-BE49-F238E27FC236}">
                <a16:creationId xmlns:a16="http://schemas.microsoft.com/office/drawing/2014/main" id="{7BD6A118-BE43-0AC5-4B42-B7A1739B8CA3}"/>
              </a:ext>
            </a:extLst>
          </p:cNvPr>
          <p:cNvSpPr txBox="1"/>
          <p:nvPr/>
        </p:nvSpPr>
        <p:spPr>
          <a:xfrm>
            <a:off x="1096296" y="1455174"/>
            <a:ext cx="6951406" cy="120032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Problem: </a:t>
            </a:r>
          </a:p>
          <a:p>
            <a:r>
              <a:rPr lang="en-US" dirty="0">
                <a:latin typeface="Times New Roman" panose="02020603050405020304" pitchFamily="18" charset="0"/>
                <a:cs typeface="Times New Roman" panose="02020603050405020304" pitchFamily="18" charset="0"/>
              </a:rPr>
              <a:t>Users face difficulty selecting suitable movies due to the large number of movies available on online </a:t>
            </a:r>
            <a:r>
              <a:rPr lang="en-US" dirty="0" err="1">
                <a:latin typeface="Times New Roman" panose="02020603050405020304" pitchFamily="18" charset="0"/>
                <a:cs typeface="Times New Roman" panose="02020603050405020304" pitchFamily="18" charset="0"/>
              </a:rPr>
              <a:t>platforms.Manual</a:t>
            </a:r>
            <a:r>
              <a:rPr lang="en-US" dirty="0">
                <a:latin typeface="Times New Roman" panose="02020603050405020304" pitchFamily="18" charset="0"/>
                <a:cs typeface="Times New Roman" panose="02020603050405020304" pitchFamily="18" charset="0"/>
              </a:rPr>
              <a:t> searching for movies is time-consuming and often does not match user preferences.</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FDC0C86E-6DA2-B249-A1AD-5854D29398DF}"/>
              </a:ext>
            </a:extLst>
          </p:cNvPr>
          <p:cNvPicPr>
            <a:picLocks noChangeAspect="1"/>
          </p:cNvPicPr>
          <p:nvPr/>
        </p:nvPicPr>
        <p:blipFill>
          <a:blip r:embed="rId2"/>
          <a:stretch>
            <a:fillRect/>
          </a:stretch>
        </p:blipFill>
        <p:spPr>
          <a:xfrm>
            <a:off x="8149213" y="1327635"/>
            <a:ext cx="3868615" cy="5249012"/>
          </a:xfrm>
          <a:prstGeom prst="rect">
            <a:avLst/>
          </a:prstGeom>
        </p:spPr>
      </p:pic>
      <p:sp>
        <p:nvSpPr>
          <p:cNvPr id="8" name="TextBox 7">
            <a:extLst>
              <a:ext uri="{FF2B5EF4-FFF2-40B4-BE49-F238E27FC236}">
                <a16:creationId xmlns:a16="http://schemas.microsoft.com/office/drawing/2014/main" id="{136D33AB-A8AB-0841-6F62-86327B2C44A0}"/>
              </a:ext>
            </a:extLst>
          </p:cNvPr>
          <p:cNvSpPr txBox="1"/>
          <p:nvPr/>
        </p:nvSpPr>
        <p:spPr>
          <a:xfrm>
            <a:off x="1096296" y="3263580"/>
            <a:ext cx="6360607" cy="2308324"/>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Dataset Collection:</a:t>
            </a:r>
          </a:p>
          <a:p>
            <a:r>
              <a:rPr lang="en-US" dirty="0">
                <a:latin typeface="Times New Roman" panose="02020603050405020304" pitchFamily="18" charset="0"/>
                <a:cs typeface="Times New Roman" panose="02020603050405020304" pitchFamily="18" charset="0"/>
              </a:rPr>
              <a:t>Movie titles, genres, and descriptions are collected from a dataset.</a:t>
            </a:r>
          </a:p>
          <a:p>
            <a:r>
              <a:rPr lang="en-US" b="1" dirty="0">
                <a:latin typeface="Times New Roman" panose="02020603050405020304" pitchFamily="18" charset="0"/>
                <a:cs typeface="Times New Roman" panose="02020603050405020304" pitchFamily="18" charset="0"/>
              </a:rPr>
              <a:t>NLP Processing: </a:t>
            </a:r>
          </a:p>
          <a:p>
            <a:r>
              <a:rPr lang="en-US" dirty="0">
                <a:latin typeface="Times New Roman" panose="02020603050405020304" pitchFamily="18" charset="0"/>
                <a:cs typeface="Times New Roman" panose="02020603050405020304" pitchFamily="18" charset="0"/>
              </a:rPr>
              <a:t>Text data is cleaned and preprocessed using NLP techniques.</a:t>
            </a: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TF-IDF Extraction: </a:t>
            </a:r>
            <a:r>
              <a:rPr lang="en-US" dirty="0">
                <a:latin typeface="Times New Roman" panose="02020603050405020304" pitchFamily="18" charset="0"/>
                <a:cs typeface="Times New Roman" panose="02020603050405020304" pitchFamily="18" charset="0"/>
              </a:rPr>
              <a:t>Text is converted into numerical features using TF-IDF.</a:t>
            </a:r>
          </a:p>
          <a:p>
            <a:r>
              <a:rPr lang="en-US" b="1" dirty="0">
                <a:latin typeface="Times New Roman" panose="02020603050405020304" pitchFamily="18" charset="0"/>
                <a:cs typeface="Times New Roman" panose="02020603050405020304" pitchFamily="18" charset="0"/>
              </a:rPr>
              <a:t>KNN Recommendation: </a:t>
            </a:r>
          </a:p>
          <a:p>
            <a:r>
              <a:rPr lang="en-US" dirty="0">
                <a:latin typeface="Times New Roman" panose="02020603050405020304" pitchFamily="18" charset="0"/>
                <a:cs typeface="Times New Roman" panose="02020603050405020304" pitchFamily="18" charset="0"/>
              </a:rPr>
              <a:t>KNN finds similar movies and recommends them to users.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9221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411EC1-CA5C-089D-F2E4-3F6A6BFE18BC}"/>
              </a:ext>
            </a:extLst>
          </p:cNvPr>
          <p:cNvSpPr txBox="1"/>
          <p:nvPr/>
        </p:nvSpPr>
        <p:spPr>
          <a:xfrm>
            <a:off x="993058" y="668594"/>
            <a:ext cx="7551174"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Modules</a:t>
            </a:r>
            <a:r>
              <a:rPr lang="en-US" dirty="0"/>
              <a:t>:</a:t>
            </a:r>
          </a:p>
          <a:p>
            <a:endParaRPr lang="en-IN" dirty="0"/>
          </a:p>
        </p:txBody>
      </p:sp>
      <p:sp>
        <p:nvSpPr>
          <p:cNvPr id="3" name="TextBox 2">
            <a:extLst>
              <a:ext uri="{FF2B5EF4-FFF2-40B4-BE49-F238E27FC236}">
                <a16:creationId xmlns:a16="http://schemas.microsoft.com/office/drawing/2014/main" id="{37289ECA-90D7-E770-5624-652B9A6F954B}"/>
              </a:ext>
            </a:extLst>
          </p:cNvPr>
          <p:cNvSpPr txBox="1"/>
          <p:nvPr/>
        </p:nvSpPr>
        <p:spPr>
          <a:xfrm>
            <a:off x="993058" y="1199535"/>
            <a:ext cx="9458631" cy="4247317"/>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Dataset Collection Module:</a:t>
            </a:r>
          </a:p>
          <a:p>
            <a:r>
              <a:rPr lang="en-US" dirty="0">
                <a:latin typeface="Times New Roman" panose="02020603050405020304" pitchFamily="18" charset="0"/>
                <a:cs typeface="Times New Roman" panose="02020603050405020304" pitchFamily="18" charset="0"/>
              </a:rPr>
              <a:t>This module collects the movie dataset containing movie titles, genres, and descriptions from sources like Kaggle. The dataset acts as the input for the recommendation system.</a:t>
            </a:r>
          </a:p>
          <a:p>
            <a:r>
              <a:rPr lang="en-US" b="1" dirty="0">
                <a:latin typeface="Times New Roman" panose="02020603050405020304" pitchFamily="18" charset="0"/>
                <a:cs typeface="Times New Roman" panose="02020603050405020304" pitchFamily="18" charset="0"/>
              </a:rPr>
              <a:t>2. Data Preprocessing Module:</a:t>
            </a:r>
          </a:p>
          <a:p>
            <a:r>
              <a:rPr lang="en-US" dirty="0">
                <a:latin typeface="Times New Roman" panose="02020603050405020304" pitchFamily="18" charset="0"/>
                <a:cs typeface="Times New Roman" panose="02020603050405020304" pitchFamily="18" charset="0"/>
              </a:rPr>
              <a:t>In this module, the movie data is cleaned and prepared by removing unnecessary words, punctuation, and missing values to make the dataset suitable for processing.</a:t>
            </a:r>
          </a:p>
          <a:p>
            <a:r>
              <a:rPr lang="en-US" b="1" dirty="0">
                <a:latin typeface="Times New Roman" panose="02020603050405020304" pitchFamily="18" charset="0"/>
                <a:cs typeface="Times New Roman" panose="02020603050405020304" pitchFamily="18" charset="0"/>
              </a:rPr>
              <a:t>3. Feature Extraction Module:</a:t>
            </a:r>
          </a:p>
          <a:p>
            <a:r>
              <a:rPr lang="en-US" dirty="0">
                <a:latin typeface="Times New Roman" panose="02020603050405020304" pitchFamily="18" charset="0"/>
                <a:cs typeface="Times New Roman" panose="02020603050405020304" pitchFamily="18" charset="0"/>
              </a:rPr>
              <a:t>This module converts movie descriptions into numerical features using TF-IDF, which helps the system understand the importance of words in the dataset.</a:t>
            </a:r>
          </a:p>
          <a:p>
            <a:r>
              <a:rPr lang="en-US" b="1" dirty="0">
                <a:latin typeface="Times New Roman" panose="02020603050405020304" pitchFamily="18" charset="0"/>
                <a:cs typeface="Times New Roman" panose="02020603050405020304" pitchFamily="18" charset="0"/>
              </a:rPr>
              <a:t>4. Similarity Calculation Module:</a:t>
            </a:r>
          </a:p>
          <a:p>
            <a:r>
              <a:rPr lang="en-US" dirty="0">
                <a:latin typeface="Times New Roman" panose="02020603050405020304" pitchFamily="18" charset="0"/>
                <a:cs typeface="Times New Roman" panose="02020603050405020304" pitchFamily="18" charset="0"/>
              </a:rPr>
              <a:t>The processed data is analyzed using the K-Nearest Neighbors to find movies that are similar to each other based on their features.</a:t>
            </a:r>
          </a:p>
          <a:p>
            <a:r>
              <a:rPr lang="en-US" b="1" dirty="0">
                <a:latin typeface="Times New Roman" panose="02020603050405020304" pitchFamily="18" charset="0"/>
                <a:cs typeface="Times New Roman" panose="02020603050405020304" pitchFamily="18" charset="0"/>
              </a:rPr>
              <a:t>5. Recommendation Module:</a:t>
            </a:r>
          </a:p>
          <a:p>
            <a:r>
              <a:rPr lang="en-US" dirty="0">
                <a:latin typeface="Times New Roman" panose="02020603050405020304" pitchFamily="18" charset="0"/>
                <a:cs typeface="Times New Roman" panose="02020603050405020304" pitchFamily="18" charset="0"/>
              </a:rPr>
              <a:t>This module generates and displays the final movie recommendations to the user based on similarity results.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5221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D794A2-4E69-A8F3-62CD-679C66C70B6D}"/>
              </a:ext>
            </a:extLst>
          </p:cNvPr>
          <p:cNvSpPr txBox="1"/>
          <p:nvPr/>
        </p:nvSpPr>
        <p:spPr>
          <a:xfrm>
            <a:off x="580103" y="1160206"/>
            <a:ext cx="4572000"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System Design:</a:t>
            </a:r>
          </a:p>
          <a:p>
            <a:endParaRPr lang="en-IN" b="1" dirty="0"/>
          </a:p>
        </p:txBody>
      </p:sp>
      <p:pic>
        <p:nvPicPr>
          <p:cNvPr id="5" name="Picture 4">
            <a:extLst>
              <a:ext uri="{FF2B5EF4-FFF2-40B4-BE49-F238E27FC236}">
                <a16:creationId xmlns:a16="http://schemas.microsoft.com/office/drawing/2014/main" id="{C199917B-A76A-4D93-0FE8-22BFA01D27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5097" y="993057"/>
            <a:ext cx="4965289" cy="5663381"/>
          </a:xfrm>
          <a:prstGeom prst="rect">
            <a:avLst/>
          </a:prstGeom>
        </p:spPr>
      </p:pic>
      <p:sp>
        <p:nvSpPr>
          <p:cNvPr id="6" name="TextBox 5">
            <a:extLst>
              <a:ext uri="{FF2B5EF4-FFF2-40B4-BE49-F238E27FC236}">
                <a16:creationId xmlns:a16="http://schemas.microsoft.com/office/drawing/2014/main" id="{ADDB47B6-39C2-82EE-11F7-25C18C5612DF}"/>
              </a:ext>
            </a:extLst>
          </p:cNvPr>
          <p:cNvSpPr txBox="1"/>
          <p:nvPr/>
        </p:nvSpPr>
        <p:spPr>
          <a:xfrm>
            <a:off x="491614" y="2418734"/>
            <a:ext cx="5968178" cy="184306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Key Technologies used in the flow:</a:t>
            </a:r>
          </a:p>
          <a:p>
            <a:endParaRPr lang="en-US" dirty="0"/>
          </a:p>
          <a:p>
            <a:pPr>
              <a:lnSpc>
                <a:spcPct val="150000"/>
              </a:lnSpc>
            </a:pPr>
            <a:endParaRPr lang="en-US" dirty="0"/>
          </a:p>
          <a:p>
            <a:pPr>
              <a:lnSpc>
                <a:spcPct val="150000"/>
              </a:lnSpc>
            </a:pPr>
            <a:r>
              <a:rPr lang="en-US" dirty="0">
                <a:latin typeface="Times New Roman" panose="02020603050405020304" pitchFamily="18" charset="0"/>
                <a:cs typeface="Times New Roman" panose="02020603050405020304" pitchFamily="18" charset="0"/>
              </a:rPr>
              <a:t>TF-IDF – converts movie descriptions into numerical vectors.</a:t>
            </a:r>
          </a:p>
          <a:p>
            <a:pPr>
              <a:lnSpc>
                <a:spcPct val="150000"/>
              </a:lnSpc>
            </a:pPr>
            <a:r>
              <a:rPr lang="en-US" dirty="0">
                <a:latin typeface="Times New Roman" panose="02020603050405020304" pitchFamily="18" charset="0"/>
                <a:cs typeface="Times New Roman" panose="02020603050405020304" pitchFamily="18" charset="0"/>
              </a:rPr>
              <a:t>K-Nearest Neighbors – finds movies with similar features.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8928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D8776-16D7-CB16-19E3-5CC34A1625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F63DD4-9720-31C3-8816-EFF51B2821F3}"/>
              </a:ext>
            </a:extLst>
          </p:cNvPr>
          <p:cNvSpPr txBox="1"/>
          <p:nvPr/>
        </p:nvSpPr>
        <p:spPr>
          <a:xfrm>
            <a:off x="993058" y="771832"/>
            <a:ext cx="45720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Implementation</a:t>
            </a:r>
            <a:r>
              <a:rPr lang="en-US" b="1" dirty="0"/>
              <a:t>:</a:t>
            </a:r>
            <a:endParaRPr lang="en-IN" b="1" dirty="0"/>
          </a:p>
        </p:txBody>
      </p:sp>
      <p:sp>
        <p:nvSpPr>
          <p:cNvPr id="3" name="TextBox 2">
            <a:extLst>
              <a:ext uri="{FF2B5EF4-FFF2-40B4-BE49-F238E27FC236}">
                <a16:creationId xmlns:a16="http://schemas.microsoft.com/office/drawing/2014/main" id="{FF4F0E9A-D39F-3D48-5BC8-8808AF1CCE93}"/>
              </a:ext>
            </a:extLst>
          </p:cNvPr>
          <p:cNvSpPr txBox="1"/>
          <p:nvPr/>
        </p:nvSpPr>
        <p:spPr>
          <a:xfrm>
            <a:off x="993058" y="1386348"/>
            <a:ext cx="9763432" cy="3779176"/>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1. The system is implemented using *Python* in *</a:t>
            </a:r>
            <a:r>
              <a:rPr lang="en-US" dirty="0" err="1">
                <a:latin typeface="Times New Roman" panose="02020603050405020304" pitchFamily="18" charset="0"/>
                <a:cs typeface="Times New Roman" panose="02020603050405020304" pitchFamily="18" charset="0"/>
              </a:rPr>
              <a:t>Jupyter</a:t>
            </a:r>
            <a:r>
              <a:rPr lang="en-US" dirty="0">
                <a:latin typeface="Times New Roman" panose="02020603050405020304" pitchFamily="18" charset="0"/>
                <a:cs typeface="Times New Roman" panose="02020603050405020304" pitchFamily="18" charset="0"/>
              </a:rPr>
              <a:t> Notebook* or *Google Colab* with libraries like Pandas, NumPy, and Scikit-learn.</a:t>
            </a:r>
          </a:p>
          <a:p>
            <a:pPr>
              <a:lnSpc>
                <a:spcPct val="150000"/>
              </a:lnSpc>
            </a:pPr>
            <a:r>
              <a:rPr lang="en-US" dirty="0">
                <a:latin typeface="Times New Roman" panose="02020603050405020304" pitchFamily="18" charset="0"/>
                <a:cs typeface="Times New Roman" panose="02020603050405020304" pitchFamily="18" charset="0"/>
              </a:rPr>
              <a:t>2. A movie dataset containing titles, genres, and descriptions is collected from *Kaggle* and loaded for processing.</a:t>
            </a:r>
          </a:p>
          <a:p>
            <a:pPr>
              <a:lnSpc>
                <a:spcPct val="150000"/>
              </a:lnSpc>
            </a:pPr>
            <a:r>
              <a:rPr lang="en-US" dirty="0">
                <a:latin typeface="Times New Roman" panose="02020603050405020304" pitchFamily="18" charset="0"/>
                <a:cs typeface="Times New Roman" panose="02020603050405020304" pitchFamily="18" charset="0"/>
              </a:rPr>
              <a:t>3. The dataset is cleaned through preprocessing by removing missing values, punctuation, and unnecessary words.</a:t>
            </a:r>
          </a:p>
          <a:p>
            <a:pPr>
              <a:lnSpc>
                <a:spcPct val="150000"/>
              </a:lnSpc>
            </a:pPr>
            <a:r>
              <a:rPr lang="en-US" dirty="0">
                <a:latin typeface="Times New Roman" panose="02020603050405020304" pitchFamily="18" charset="0"/>
                <a:cs typeface="Times New Roman" panose="02020603050405020304" pitchFamily="18" charset="0"/>
              </a:rPr>
              <a:t>4. *TF-IDF* converts movie descriptions into numerical features.</a:t>
            </a:r>
          </a:p>
          <a:p>
            <a:pPr>
              <a:lnSpc>
                <a:spcPct val="150000"/>
              </a:lnSpc>
            </a:pPr>
            <a:r>
              <a:rPr lang="en-US" dirty="0">
                <a:latin typeface="Times New Roman" panose="02020603050405020304" pitchFamily="18" charset="0"/>
                <a:cs typeface="Times New Roman" panose="02020603050405020304" pitchFamily="18" charset="0"/>
              </a:rPr>
              <a:t>5. The *K-Nearest Neighbors* is used to find similar movies.</a:t>
            </a:r>
          </a:p>
          <a:p>
            <a:pPr>
              <a:lnSpc>
                <a:spcPct val="150000"/>
              </a:lnSpc>
            </a:pPr>
            <a:r>
              <a:rPr lang="en-US" dirty="0">
                <a:latin typeface="Times New Roman" panose="02020603050405020304" pitchFamily="18" charset="0"/>
                <a:cs typeface="Times New Roman" panose="02020603050405020304" pitchFamily="18" charset="0"/>
              </a:rPr>
              <a:t>6. The system finally displays recommended movies based on similarity results.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9399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089F14-A9E9-DC0C-27D7-7EEE15F88CE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20" y="10"/>
            <a:ext cx="12191980" cy="6857990"/>
          </a:xfrm>
          <a:prstGeom prst="rect">
            <a:avLst/>
          </a:prstGeom>
        </p:spPr>
      </p:pic>
    </p:spTree>
    <p:extLst>
      <p:ext uri="{BB962C8B-B14F-4D97-AF65-F5344CB8AC3E}">
        <p14:creationId xmlns:p14="http://schemas.microsoft.com/office/powerpoint/2010/main" val="9087194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1623</TotalTime>
  <Words>872</Words>
  <Application>Microsoft Office PowerPoint</Application>
  <PresentationFormat>Widescreen</PresentationFormat>
  <Paragraphs>80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Century Gothic</vt:lpstr>
      <vt:lpstr>Times New Roman</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vishnu bikki</dc:creator>
  <cp:lastModifiedBy>vishnu bikki</cp:lastModifiedBy>
  <cp:revision>2</cp:revision>
  <dcterms:created xsi:type="dcterms:W3CDTF">2026-02-06T11:29:19Z</dcterms:created>
  <dcterms:modified xsi:type="dcterms:W3CDTF">2026-03-18T08:23:36Z</dcterms:modified>
</cp:coreProperties>
</file>